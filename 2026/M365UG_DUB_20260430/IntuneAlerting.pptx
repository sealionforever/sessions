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92" r:id="rId5"/>
    <p:sldId id="276" r:id="rId6"/>
    <p:sldId id="299" r:id="rId7"/>
    <p:sldId id="301" r:id="rId8"/>
    <p:sldId id="293" r:id="rId9"/>
    <p:sldId id="315" r:id="rId10"/>
    <p:sldId id="302" r:id="rId11"/>
    <p:sldId id="307" r:id="rId12"/>
    <p:sldId id="305" r:id="rId13"/>
    <p:sldId id="306" r:id="rId14"/>
    <p:sldId id="279" r:id="rId15"/>
    <p:sldId id="303" r:id="rId16"/>
    <p:sldId id="308" r:id="rId17"/>
    <p:sldId id="309" r:id="rId18"/>
    <p:sldId id="310" r:id="rId19"/>
    <p:sldId id="311" r:id="rId20"/>
    <p:sldId id="304" r:id="rId21"/>
    <p:sldId id="312" r:id="rId22"/>
    <p:sldId id="313" r:id="rId23"/>
    <p:sldId id="289"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7840"/>
    <a:srgbClr val="D84400"/>
    <a:srgbClr val="446992"/>
    <a:srgbClr val="AEC2D8"/>
    <a:srgbClr val="98432A"/>
    <a:srgbClr val="44678D"/>
    <a:srgbClr val="263E5A"/>
    <a:srgbClr val="D6E0EB"/>
    <a:srgbClr val="728DAB"/>
    <a:srgbClr val="C9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76C024-D66B-40DF-8510-6CF5D44C4D7D}" v="23" dt="2026-04-29T19:25:54.433"/>
  </p1510:revLst>
</p1510:revInfo>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3856" autoAdjust="0"/>
  </p:normalViewPr>
  <p:slideViewPr>
    <p:cSldViewPr snapToGrid="0" showGuides="1">
      <p:cViewPr>
        <p:scale>
          <a:sx n="82" d="100"/>
          <a:sy n="82" d="100"/>
        </p:scale>
        <p:origin x="1686" y="246"/>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an de Wolf" userId="ea5e8489-c9b3-4643-ad12-f74c0d8d89d3" providerId="ADAL" clId="{5A37BC08-ADFA-432E-B1D8-D2685C35B3C8}"/>
    <pc:docChg chg="undo redo custSel addSld delSld modSld sldOrd">
      <pc:chgData name="Sebastiaan de Wolf" userId="ea5e8489-c9b3-4643-ad12-f74c0d8d89d3" providerId="ADAL" clId="{5A37BC08-ADFA-432E-B1D8-D2685C35B3C8}" dt="2026-04-29T19:29:05.192" v="6369" actId="47"/>
      <pc:docMkLst>
        <pc:docMk/>
      </pc:docMkLst>
      <pc:sldChg chg="modSp del mod ord">
        <pc:chgData name="Sebastiaan de Wolf" userId="ea5e8489-c9b3-4643-ad12-f74c0d8d89d3" providerId="ADAL" clId="{5A37BC08-ADFA-432E-B1D8-D2685C35B3C8}" dt="2026-04-29T17:15:25.519" v="308" actId="47"/>
        <pc:sldMkLst>
          <pc:docMk/>
          <pc:sldMk cId="3666674671" sldId="261"/>
        </pc:sldMkLst>
        <pc:spChg chg="mod">
          <ac:chgData name="Sebastiaan de Wolf" userId="ea5e8489-c9b3-4643-ad12-f74c0d8d89d3" providerId="ADAL" clId="{5A37BC08-ADFA-432E-B1D8-D2685C35B3C8}" dt="2026-04-29T17:12:09.833" v="95" actId="20577"/>
          <ac:spMkLst>
            <pc:docMk/>
            <pc:sldMk cId="3666674671" sldId="261"/>
            <ac:spMk id="2" creationId="{9635F5E3-2B1C-7C0A-8581-67A9052D13AA}"/>
          </ac:spMkLst>
        </pc:spChg>
        <pc:spChg chg="mod">
          <ac:chgData name="Sebastiaan de Wolf" userId="ea5e8489-c9b3-4643-ad12-f74c0d8d89d3" providerId="ADAL" clId="{5A37BC08-ADFA-432E-B1D8-D2685C35B3C8}" dt="2026-04-29T17:13:38.459" v="226" actId="20577"/>
          <ac:spMkLst>
            <pc:docMk/>
            <pc:sldMk cId="3666674671" sldId="261"/>
            <ac:spMk id="3" creationId="{A6A33159-D030-2F82-A142-F75940728319}"/>
          </ac:spMkLst>
        </pc:spChg>
      </pc:sldChg>
      <pc:sldChg chg="del">
        <pc:chgData name="Sebastiaan de Wolf" userId="ea5e8489-c9b3-4643-ad12-f74c0d8d89d3" providerId="ADAL" clId="{5A37BC08-ADFA-432E-B1D8-D2685C35B3C8}" dt="2026-04-29T17:32:49.168" v="1155" actId="47"/>
        <pc:sldMkLst>
          <pc:docMk/>
          <pc:sldMk cId="4259977132" sldId="268"/>
        </pc:sldMkLst>
      </pc:sldChg>
      <pc:sldChg chg="del">
        <pc:chgData name="Sebastiaan de Wolf" userId="ea5e8489-c9b3-4643-ad12-f74c0d8d89d3" providerId="ADAL" clId="{5A37BC08-ADFA-432E-B1D8-D2685C35B3C8}" dt="2026-04-29T17:32:47.564" v="1154" actId="47"/>
        <pc:sldMkLst>
          <pc:docMk/>
          <pc:sldMk cId="3604630649" sldId="269"/>
        </pc:sldMkLst>
      </pc:sldChg>
      <pc:sldChg chg="modSp mod ord">
        <pc:chgData name="Sebastiaan de Wolf" userId="ea5e8489-c9b3-4643-ad12-f74c0d8d89d3" providerId="ADAL" clId="{5A37BC08-ADFA-432E-B1D8-D2685C35B3C8}" dt="2026-04-29T17:14:51.974" v="302"/>
        <pc:sldMkLst>
          <pc:docMk/>
          <pc:sldMk cId="77554804" sldId="276"/>
        </pc:sldMkLst>
        <pc:spChg chg="mod">
          <ac:chgData name="Sebastiaan de Wolf" userId="ea5e8489-c9b3-4643-ad12-f74c0d8d89d3" providerId="ADAL" clId="{5A37BC08-ADFA-432E-B1D8-D2685C35B3C8}" dt="2026-04-29T17:10:12.086" v="10" actId="20577"/>
          <ac:spMkLst>
            <pc:docMk/>
            <pc:sldMk cId="77554804" sldId="276"/>
            <ac:spMk id="5" creationId="{81D18537-D028-9E9C-FB87-93F24955DFC7}"/>
          </ac:spMkLst>
        </pc:spChg>
        <pc:spChg chg="mod">
          <ac:chgData name="Sebastiaan de Wolf" userId="ea5e8489-c9b3-4643-ad12-f74c0d8d89d3" providerId="ADAL" clId="{5A37BC08-ADFA-432E-B1D8-D2685C35B3C8}" dt="2026-04-29T17:10:45.493" v="88" actId="20577"/>
          <ac:spMkLst>
            <pc:docMk/>
            <pc:sldMk cId="77554804" sldId="276"/>
            <ac:spMk id="20" creationId="{CC0093B1-77CC-1E61-FB22-E136F94EABD2}"/>
          </ac:spMkLst>
        </pc:spChg>
        <pc:picChg chg="mod">
          <ac:chgData name="Sebastiaan de Wolf" userId="ea5e8489-c9b3-4643-ad12-f74c0d8d89d3" providerId="ADAL" clId="{5A37BC08-ADFA-432E-B1D8-D2685C35B3C8}" dt="2026-04-29T17:11:21.296" v="89" actId="14826"/>
          <ac:picMkLst>
            <pc:docMk/>
            <pc:sldMk cId="77554804" sldId="276"/>
            <ac:picMk id="12" creationId="{8C4B5C6A-45B4-1976-622A-4CEB4E3211BC}"/>
          </ac:picMkLst>
        </pc:picChg>
      </pc:sldChg>
      <pc:sldChg chg="modSp add del mod ord modNotesTx">
        <pc:chgData name="Sebastiaan de Wolf" userId="ea5e8489-c9b3-4643-ad12-f74c0d8d89d3" providerId="ADAL" clId="{5A37BC08-ADFA-432E-B1D8-D2685C35B3C8}" dt="2026-04-29T17:32:36.784" v="1152"/>
        <pc:sldMkLst>
          <pc:docMk/>
          <pc:sldMk cId="1246021298" sldId="279"/>
        </pc:sldMkLst>
        <pc:spChg chg="mod">
          <ac:chgData name="Sebastiaan de Wolf" userId="ea5e8489-c9b3-4643-ad12-f74c0d8d89d3" providerId="ADAL" clId="{5A37BC08-ADFA-432E-B1D8-D2685C35B3C8}" dt="2026-04-29T17:28:06.457" v="606" actId="20577"/>
          <ac:spMkLst>
            <pc:docMk/>
            <pc:sldMk cId="1246021298" sldId="279"/>
            <ac:spMk id="3" creationId="{4379BBF1-9BC2-6DCE-0154-8873469878A5}"/>
          </ac:spMkLst>
        </pc:spChg>
        <pc:spChg chg="mod">
          <ac:chgData name="Sebastiaan de Wolf" userId="ea5e8489-c9b3-4643-ad12-f74c0d8d89d3" providerId="ADAL" clId="{5A37BC08-ADFA-432E-B1D8-D2685C35B3C8}" dt="2026-04-29T17:32:27.094" v="1150" actId="20577"/>
          <ac:spMkLst>
            <pc:docMk/>
            <pc:sldMk cId="1246021298" sldId="279"/>
            <ac:spMk id="10" creationId="{633B199B-AFAF-FCA4-CEA7-D9E73D7079E5}"/>
          </ac:spMkLst>
        </pc:spChg>
        <pc:graphicFrameChg chg="modGraphic">
          <ac:chgData name="Sebastiaan de Wolf" userId="ea5e8489-c9b3-4643-ad12-f74c0d8d89d3" providerId="ADAL" clId="{5A37BC08-ADFA-432E-B1D8-D2685C35B3C8}" dt="2026-04-29T17:27:57.666" v="593" actId="20577"/>
          <ac:graphicFrameMkLst>
            <pc:docMk/>
            <pc:sldMk cId="1246021298" sldId="279"/>
            <ac:graphicFrameMk id="11" creationId="{A9E2E0E1-AAB8-A475-781D-7E66AD5CFE21}"/>
          </ac:graphicFrameMkLst>
        </pc:graphicFrameChg>
      </pc:sldChg>
      <pc:sldChg chg="modSp mod">
        <pc:chgData name="Sebastiaan de Wolf" userId="ea5e8489-c9b3-4643-ad12-f74c0d8d89d3" providerId="ADAL" clId="{5A37BC08-ADFA-432E-B1D8-D2685C35B3C8}" dt="2026-04-29T17:34:29.904" v="1209" actId="20577"/>
        <pc:sldMkLst>
          <pc:docMk/>
          <pc:sldMk cId="529279411" sldId="289"/>
        </pc:sldMkLst>
        <pc:spChg chg="mod">
          <ac:chgData name="Sebastiaan de Wolf" userId="ea5e8489-c9b3-4643-ad12-f74c0d8d89d3" providerId="ADAL" clId="{5A37BC08-ADFA-432E-B1D8-D2685C35B3C8}" dt="2026-04-29T17:34:29.904" v="1209" actId="20577"/>
          <ac:spMkLst>
            <pc:docMk/>
            <pc:sldMk cId="529279411" sldId="289"/>
            <ac:spMk id="25" creationId="{B993E4D5-4AD0-4740-096D-6822944C8FF6}"/>
          </ac:spMkLst>
        </pc:spChg>
      </pc:sldChg>
      <pc:sldChg chg="modSp mod">
        <pc:chgData name="Sebastiaan de Wolf" userId="ea5e8489-c9b3-4643-ad12-f74c0d8d89d3" providerId="ADAL" clId="{5A37BC08-ADFA-432E-B1D8-D2685C35B3C8}" dt="2026-04-29T19:24:59.233" v="6045" actId="14826"/>
        <pc:sldMkLst>
          <pc:docMk/>
          <pc:sldMk cId="3898447929" sldId="292"/>
        </pc:sldMkLst>
        <pc:spChg chg="mod">
          <ac:chgData name="Sebastiaan de Wolf" userId="ea5e8489-c9b3-4643-ad12-f74c0d8d89d3" providerId="ADAL" clId="{5A37BC08-ADFA-432E-B1D8-D2685C35B3C8}" dt="2026-04-29T17:14:20.819" v="274" actId="20577"/>
          <ac:spMkLst>
            <pc:docMk/>
            <pc:sldMk cId="3898447929" sldId="292"/>
            <ac:spMk id="7" creationId="{93A3B864-5E85-99D2-93E5-5CA1F4F35DC7}"/>
          </ac:spMkLst>
        </pc:spChg>
        <pc:spChg chg="mod">
          <ac:chgData name="Sebastiaan de Wolf" userId="ea5e8489-c9b3-4643-ad12-f74c0d8d89d3" providerId="ADAL" clId="{5A37BC08-ADFA-432E-B1D8-D2685C35B3C8}" dt="2026-04-29T17:14:36.092" v="300" actId="20577"/>
          <ac:spMkLst>
            <pc:docMk/>
            <pc:sldMk cId="3898447929" sldId="292"/>
            <ac:spMk id="9" creationId="{485E0237-B9A1-0B58-E0AA-05EF84817EB4}"/>
          </ac:spMkLst>
        </pc:spChg>
        <pc:picChg chg="mod">
          <ac:chgData name="Sebastiaan de Wolf" userId="ea5e8489-c9b3-4643-ad12-f74c0d8d89d3" providerId="ADAL" clId="{5A37BC08-ADFA-432E-B1D8-D2685C35B3C8}" dt="2026-04-29T19:24:59.233" v="6045" actId="14826"/>
          <ac:picMkLst>
            <pc:docMk/>
            <pc:sldMk cId="3898447929" sldId="292"/>
            <ac:picMk id="20" creationId="{E83BB08F-E403-8715-0B24-AD9E4B72C80E}"/>
          </ac:picMkLst>
        </pc:picChg>
      </pc:sldChg>
      <pc:sldChg chg="modSp mod ord modNotesTx">
        <pc:chgData name="Sebastiaan de Wolf" userId="ea5e8489-c9b3-4643-ad12-f74c0d8d89d3" providerId="ADAL" clId="{5A37BC08-ADFA-432E-B1D8-D2685C35B3C8}" dt="2026-04-29T17:41:40.706" v="1754"/>
        <pc:sldMkLst>
          <pc:docMk/>
          <pc:sldMk cId="4182148033" sldId="293"/>
        </pc:sldMkLst>
        <pc:spChg chg="mod">
          <ac:chgData name="Sebastiaan de Wolf" userId="ea5e8489-c9b3-4643-ad12-f74c0d8d89d3" providerId="ADAL" clId="{5A37BC08-ADFA-432E-B1D8-D2685C35B3C8}" dt="2026-04-29T17:37:40.449" v="1341" actId="20577"/>
          <ac:spMkLst>
            <pc:docMk/>
            <pc:sldMk cId="4182148033" sldId="293"/>
            <ac:spMk id="43" creationId="{520E98B6-7B33-8FD4-A662-31DD4B85E22E}"/>
          </ac:spMkLst>
        </pc:spChg>
        <pc:spChg chg="mod">
          <ac:chgData name="Sebastiaan de Wolf" userId="ea5e8489-c9b3-4643-ad12-f74c0d8d89d3" providerId="ADAL" clId="{5A37BC08-ADFA-432E-B1D8-D2685C35B3C8}" dt="2026-04-29T17:40:32.125" v="1627" actId="20577"/>
          <ac:spMkLst>
            <pc:docMk/>
            <pc:sldMk cId="4182148033" sldId="293"/>
            <ac:spMk id="44" creationId="{78466807-A2DA-EC5D-ACDE-B83D6F7169EA}"/>
          </ac:spMkLst>
        </pc:spChg>
        <pc:spChg chg="mod">
          <ac:chgData name="Sebastiaan de Wolf" userId="ea5e8489-c9b3-4643-ad12-f74c0d8d89d3" providerId="ADAL" clId="{5A37BC08-ADFA-432E-B1D8-D2685C35B3C8}" dt="2026-04-29T17:35:47.427" v="1217" actId="20577"/>
          <ac:spMkLst>
            <pc:docMk/>
            <pc:sldMk cId="4182148033" sldId="293"/>
            <ac:spMk id="60" creationId="{0031CE36-F77D-3964-C169-771DBA49D28A}"/>
          </ac:spMkLst>
        </pc:spChg>
      </pc:sldChg>
      <pc:sldChg chg="del">
        <pc:chgData name="Sebastiaan de Wolf" userId="ea5e8489-c9b3-4643-ad12-f74c0d8d89d3" providerId="ADAL" clId="{5A37BC08-ADFA-432E-B1D8-D2685C35B3C8}" dt="2026-04-29T18:14:11.688" v="5341" actId="47"/>
        <pc:sldMkLst>
          <pc:docMk/>
          <pc:sldMk cId="2519727083" sldId="295"/>
        </pc:sldMkLst>
      </pc:sldChg>
      <pc:sldChg chg="del">
        <pc:chgData name="Sebastiaan de Wolf" userId="ea5e8489-c9b3-4643-ad12-f74c0d8d89d3" providerId="ADAL" clId="{5A37BC08-ADFA-432E-B1D8-D2685C35B3C8}" dt="2026-04-29T17:24:57.531" v="405" actId="47"/>
        <pc:sldMkLst>
          <pc:docMk/>
          <pc:sldMk cId="3530111904" sldId="297"/>
        </pc:sldMkLst>
      </pc:sldChg>
      <pc:sldChg chg="del">
        <pc:chgData name="Sebastiaan de Wolf" userId="ea5e8489-c9b3-4643-ad12-f74c0d8d89d3" providerId="ADAL" clId="{5A37BC08-ADFA-432E-B1D8-D2685C35B3C8}" dt="2026-04-29T17:24:59.558" v="406" actId="47"/>
        <pc:sldMkLst>
          <pc:docMk/>
          <pc:sldMk cId="2735087570" sldId="298"/>
        </pc:sldMkLst>
      </pc:sldChg>
      <pc:sldChg chg="modSp ord">
        <pc:chgData name="Sebastiaan de Wolf" userId="ea5e8489-c9b3-4643-ad12-f74c0d8d89d3" providerId="ADAL" clId="{5A37BC08-ADFA-432E-B1D8-D2685C35B3C8}" dt="2026-04-29T17:15:23.903" v="307"/>
        <pc:sldMkLst>
          <pc:docMk/>
          <pc:sldMk cId="1485080791" sldId="299"/>
        </pc:sldMkLst>
        <pc:spChg chg="mod">
          <ac:chgData name="Sebastiaan de Wolf" userId="ea5e8489-c9b3-4643-ad12-f74c0d8d89d3" providerId="ADAL" clId="{5A37BC08-ADFA-432E-B1D8-D2685C35B3C8}" dt="2026-04-29T17:15:20.959" v="305"/>
          <ac:spMkLst>
            <pc:docMk/>
            <pc:sldMk cId="1485080791" sldId="299"/>
            <ac:spMk id="3" creationId="{3C6746B3-AFD9-641E-7CBF-9A783646B368}"/>
          </ac:spMkLst>
        </pc:spChg>
      </pc:sldChg>
      <pc:sldChg chg="del">
        <pc:chgData name="Sebastiaan de Wolf" userId="ea5e8489-c9b3-4643-ad12-f74c0d8d89d3" providerId="ADAL" clId="{5A37BC08-ADFA-432E-B1D8-D2685C35B3C8}" dt="2026-04-29T17:32:45.769" v="1153" actId="47"/>
        <pc:sldMkLst>
          <pc:docMk/>
          <pc:sldMk cId="1148227982" sldId="300"/>
        </pc:sldMkLst>
      </pc:sldChg>
      <pc:sldChg chg="addSp delSp modSp new mod">
        <pc:chgData name="Sebastiaan de Wolf" userId="ea5e8489-c9b3-4643-ad12-f74c0d8d89d3" providerId="ADAL" clId="{5A37BC08-ADFA-432E-B1D8-D2685C35B3C8}" dt="2026-04-29T17:23:43.387" v="372" actId="1076"/>
        <pc:sldMkLst>
          <pc:docMk/>
          <pc:sldMk cId="129470346" sldId="301"/>
        </pc:sldMkLst>
        <pc:spChg chg="mod">
          <ac:chgData name="Sebastiaan de Wolf" userId="ea5e8489-c9b3-4643-ad12-f74c0d8d89d3" providerId="ADAL" clId="{5A37BC08-ADFA-432E-B1D8-D2685C35B3C8}" dt="2026-04-29T17:16:21.699" v="329" actId="20577"/>
          <ac:spMkLst>
            <pc:docMk/>
            <pc:sldMk cId="129470346" sldId="301"/>
            <ac:spMk id="2" creationId="{71346213-E076-2078-462F-5D573036220F}"/>
          </ac:spMkLst>
        </pc:spChg>
        <pc:spChg chg="add del">
          <ac:chgData name="Sebastiaan de Wolf" userId="ea5e8489-c9b3-4643-ad12-f74c0d8d89d3" providerId="ADAL" clId="{5A37BC08-ADFA-432E-B1D8-D2685C35B3C8}" dt="2026-04-29T17:20:38.959" v="346" actId="931"/>
          <ac:spMkLst>
            <pc:docMk/>
            <pc:sldMk cId="129470346" sldId="301"/>
            <ac:spMk id="3" creationId="{F91B55B6-62D7-0640-A124-EFD0877446C5}"/>
          </ac:spMkLst>
        </pc:spChg>
        <pc:spChg chg="add del mod">
          <ac:chgData name="Sebastiaan de Wolf" userId="ea5e8489-c9b3-4643-ad12-f74c0d8d89d3" providerId="ADAL" clId="{5A37BC08-ADFA-432E-B1D8-D2685C35B3C8}" dt="2026-04-29T17:23:09.405" v="366" actId="478"/>
          <ac:spMkLst>
            <pc:docMk/>
            <pc:sldMk cId="129470346" sldId="301"/>
            <ac:spMk id="11" creationId="{25B70553-8790-8926-0AE5-CC252D894600}"/>
          </ac:spMkLst>
        </pc:spChg>
        <pc:picChg chg="add del mod ord">
          <ac:chgData name="Sebastiaan de Wolf" userId="ea5e8489-c9b3-4643-ad12-f74c0d8d89d3" providerId="ADAL" clId="{5A37BC08-ADFA-432E-B1D8-D2685C35B3C8}" dt="2026-04-29T17:18:45.314" v="343" actId="931"/>
          <ac:picMkLst>
            <pc:docMk/>
            <pc:sldMk cId="129470346" sldId="301"/>
            <ac:picMk id="5" creationId="{5B47AEF5-84C6-4289-4FA1-0349C875830E}"/>
          </ac:picMkLst>
        </pc:picChg>
        <pc:picChg chg="add del mod ord">
          <ac:chgData name="Sebastiaan de Wolf" userId="ea5e8489-c9b3-4643-ad12-f74c0d8d89d3" providerId="ADAL" clId="{5A37BC08-ADFA-432E-B1D8-D2685C35B3C8}" dt="2026-04-29T17:19:58.094" v="345" actId="931"/>
          <ac:picMkLst>
            <pc:docMk/>
            <pc:sldMk cId="129470346" sldId="301"/>
            <ac:picMk id="7" creationId="{05A3FAF9-CBE2-3019-8FAC-FDC1A2499EA4}"/>
          </ac:picMkLst>
        </pc:picChg>
        <pc:picChg chg="add del mod ord modCrop">
          <ac:chgData name="Sebastiaan de Wolf" userId="ea5e8489-c9b3-4643-ad12-f74c0d8d89d3" providerId="ADAL" clId="{5A37BC08-ADFA-432E-B1D8-D2685C35B3C8}" dt="2026-04-29T17:23:07.634" v="365" actId="478"/>
          <ac:picMkLst>
            <pc:docMk/>
            <pc:sldMk cId="129470346" sldId="301"/>
            <ac:picMk id="9" creationId="{72F6039B-3C97-6185-8F41-4E474BB13612}"/>
          </ac:picMkLst>
        </pc:picChg>
        <pc:picChg chg="add mod">
          <ac:chgData name="Sebastiaan de Wolf" userId="ea5e8489-c9b3-4643-ad12-f74c0d8d89d3" providerId="ADAL" clId="{5A37BC08-ADFA-432E-B1D8-D2685C35B3C8}" dt="2026-04-29T17:23:43.387" v="372" actId="1076"/>
          <ac:picMkLst>
            <pc:docMk/>
            <pc:sldMk cId="129470346" sldId="301"/>
            <ac:picMk id="13" creationId="{8A5DB4A6-9C00-6342-BAC0-26588B249A49}"/>
          </ac:picMkLst>
        </pc:picChg>
      </pc:sldChg>
      <pc:sldChg chg="modSp add mod">
        <pc:chgData name="Sebastiaan de Wolf" userId="ea5e8489-c9b3-4643-ad12-f74c0d8d89d3" providerId="ADAL" clId="{5A37BC08-ADFA-432E-B1D8-D2685C35B3C8}" dt="2026-04-29T17:24:09.071" v="382" actId="20577"/>
        <pc:sldMkLst>
          <pc:docMk/>
          <pc:sldMk cId="3588993403" sldId="302"/>
        </pc:sldMkLst>
        <pc:spChg chg="mod">
          <ac:chgData name="Sebastiaan de Wolf" userId="ea5e8489-c9b3-4643-ad12-f74c0d8d89d3" providerId="ADAL" clId="{5A37BC08-ADFA-432E-B1D8-D2685C35B3C8}" dt="2026-04-29T17:24:09.071" v="382" actId="20577"/>
          <ac:spMkLst>
            <pc:docMk/>
            <pc:sldMk cId="3588993403" sldId="302"/>
            <ac:spMk id="2" creationId="{84DEEB30-652D-22E2-8E14-D10F9E878F77}"/>
          </ac:spMkLst>
        </pc:spChg>
      </pc:sldChg>
      <pc:sldChg chg="modSp add mod">
        <pc:chgData name="Sebastiaan de Wolf" userId="ea5e8489-c9b3-4643-ad12-f74c0d8d89d3" providerId="ADAL" clId="{5A37BC08-ADFA-432E-B1D8-D2685C35B3C8}" dt="2026-04-29T17:24:23.521" v="402" actId="20577"/>
        <pc:sldMkLst>
          <pc:docMk/>
          <pc:sldMk cId="170621745" sldId="303"/>
        </pc:sldMkLst>
        <pc:spChg chg="mod">
          <ac:chgData name="Sebastiaan de Wolf" userId="ea5e8489-c9b3-4643-ad12-f74c0d8d89d3" providerId="ADAL" clId="{5A37BC08-ADFA-432E-B1D8-D2685C35B3C8}" dt="2026-04-29T17:24:23.521" v="402" actId="20577"/>
          <ac:spMkLst>
            <pc:docMk/>
            <pc:sldMk cId="170621745" sldId="303"/>
            <ac:spMk id="2" creationId="{57FCD51A-40EA-6106-E1F7-4538A1F0DFE9}"/>
          </ac:spMkLst>
        </pc:spChg>
      </pc:sldChg>
      <pc:sldChg chg="modSp add">
        <pc:chgData name="Sebastiaan de Wolf" userId="ea5e8489-c9b3-4643-ad12-f74c0d8d89d3" providerId="ADAL" clId="{5A37BC08-ADFA-432E-B1D8-D2685C35B3C8}" dt="2026-04-29T17:24:50.685" v="404"/>
        <pc:sldMkLst>
          <pc:docMk/>
          <pc:sldMk cId="1185607661" sldId="304"/>
        </pc:sldMkLst>
        <pc:spChg chg="mod">
          <ac:chgData name="Sebastiaan de Wolf" userId="ea5e8489-c9b3-4643-ad12-f74c0d8d89d3" providerId="ADAL" clId="{5A37BC08-ADFA-432E-B1D8-D2685C35B3C8}" dt="2026-04-29T17:24:50.685" v="404"/>
          <ac:spMkLst>
            <pc:docMk/>
            <pc:sldMk cId="1185607661" sldId="304"/>
            <ac:spMk id="2" creationId="{71C7EC1E-6303-C757-B1E4-0ABECED9E4EA}"/>
          </ac:spMkLst>
        </pc:spChg>
      </pc:sldChg>
      <pc:sldChg chg="delSp modSp add mod ord modNotesTx">
        <pc:chgData name="Sebastiaan de Wolf" userId="ea5e8489-c9b3-4643-ad12-f74c0d8d89d3" providerId="ADAL" clId="{5A37BC08-ADFA-432E-B1D8-D2685C35B3C8}" dt="2026-04-29T17:49:57.190" v="2520" actId="20577"/>
        <pc:sldMkLst>
          <pc:docMk/>
          <pc:sldMk cId="1801864684" sldId="305"/>
        </pc:sldMkLst>
        <pc:spChg chg="mod">
          <ac:chgData name="Sebastiaan de Wolf" userId="ea5e8489-c9b3-4643-ad12-f74c0d8d89d3" providerId="ADAL" clId="{5A37BC08-ADFA-432E-B1D8-D2685C35B3C8}" dt="2026-04-29T17:45:55.556" v="2168" actId="20577"/>
          <ac:spMkLst>
            <pc:docMk/>
            <pc:sldMk cId="1801864684" sldId="305"/>
            <ac:spMk id="43" creationId="{555E56AD-F152-857C-78C9-48245A1EEC70}"/>
          </ac:spMkLst>
        </pc:spChg>
        <pc:spChg chg="del mod">
          <ac:chgData name="Sebastiaan de Wolf" userId="ea5e8489-c9b3-4643-ad12-f74c0d8d89d3" providerId="ADAL" clId="{5A37BC08-ADFA-432E-B1D8-D2685C35B3C8}" dt="2026-04-29T17:44:42.309" v="2040" actId="478"/>
          <ac:spMkLst>
            <pc:docMk/>
            <pc:sldMk cId="1801864684" sldId="305"/>
            <ac:spMk id="44" creationId="{C7CF6127-34CA-F38D-F8A6-F371B54EE582}"/>
          </ac:spMkLst>
        </pc:spChg>
        <pc:spChg chg="mod">
          <ac:chgData name="Sebastiaan de Wolf" userId="ea5e8489-c9b3-4643-ad12-f74c0d8d89d3" providerId="ADAL" clId="{5A37BC08-ADFA-432E-B1D8-D2685C35B3C8}" dt="2026-04-29T17:42:31.248" v="1841" actId="20577"/>
          <ac:spMkLst>
            <pc:docMk/>
            <pc:sldMk cId="1801864684" sldId="305"/>
            <ac:spMk id="60" creationId="{574BB6FC-D6C0-12C0-B7F2-9B77004398AD}"/>
          </ac:spMkLst>
        </pc:spChg>
      </pc:sldChg>
      <pc:sldChg chg="new del">
        <pc:chgData name="Sebastiaan de Wolf" userId="ea5e8489-c9b3-4643-ad12-f74c0d8d89d3" providerId="ADAL" clId="{5A37BC08-ADFA-432E-B1D8-D2685C35B3C8}" dt="2026-04-29T17:35:34.451" v="1211" actId="680"/>
        <pc:sldMkLst>
          <pc:docMk/>
          <pc:sldMk cId="2575164911" sldId="305"/>
        </pc:sldMkLst>
      </pc:sldChg>
      <pc:sldChg chg="modSp new mod">
        <pc:chgData name="Sebastiaan de Wolf" userId="ea5e8489-c9b3-4643-ad12-f74c0d8d89d3" providerId="ADAL" clId="{5A37BC08-ADFA-432E-B1D8-D2685C35B3C8}" dt="2026-04-29T17:48:21.443" v="2382" actId="20577"/>
        <pc:sldMkLst>
          <pc:docMk/>
          <pc:sldMk cId="613556395" sldId="306"/>
        </pc:sldMkLst>
        <pc:spChg chg="mod">
          <ac:chgData name="Sebastiaan de Wolf" userId="ea5e8489-c9b3-4643-ad12-f74c0d8d89d3" providerId="ADAL" clId="{5A37BC08-ADFA-432E-B1D8-D2685C35B3C8}" dt="2026-04-29T17:48:21.443" v="2382" actId="20577"/>
          <ac:spMkLst>
            <pc:docMk/>
            <pc:sldMk cId="613556395" sldId="306"/>
            <ac:spMk id="2" creationId="{AE7AC469-2126-496E-88A4-FE71173DBEB3}"/>
          </ac:spMkLst>
        </pc:spChg>
        <pc:spChg chg="mod">
          <ac:chgData name="Sebastiaan de Wolf" userId="ea5e8489-c9b3-4643-ad12-f74c0d8d89d3" providerId="ADAL" clId="{5A37BC08-ADFA-432E-B1D8-D2685C35B3C8}" dt="2026-04-29T17:48:17.886" v="2378" actId="20577"/>
          <ac:spMkLst>
            <pc:docMk/>
            <pc:sldMk cId="613556395" sldId="306"/>
            <ac:spMk id="3" creationId="{56615D54-74D2-FBB4-8A3F-7BAD8AE0C4FB}"/>
          </ac:spMkLst>
        </pc:spChg>
      </pc:sldChg>
      <pc:sldChg chg="addSp delSp modSp new mod modNotesTx">
        <pc:chgData name="Sebastiaan de Wolf" userId="ea5e8489-c9b3-4643-ad12-f74c0d8d89d3" providerId="ADAL" clId="{5A37BC08-ADFA-432E-B1D8-D2685C35B3C8}" dt="2026-04-29T17:51:35.011" v="2639" actId="20577"/>
        <pc:sldMkLst>
          <pc:docMk/>
          <pc:sldMk cId="2964704768" sldId="307"/>
        </pc:sldMkLst>
        <pc:spChg chg="mod">
          <ac:chgData name="Sebastiaan de Wolf" userId="ea5e8489-c9b3-4643-ad12-f74c0d8d89d3" providerId="ADAL" clId="{5A37BC08-ADFA-432E-B1D8-D2685C35B3C8}" dt="2026-04-29T17:50:42.431" v="2545" actId="20577"/>
          <ac:spMkLst>
            <pc:docMk/>
            <pc:sldMk cId="2964704768" sldId="307"/>
            <ac:spMk id="2" creationId="{E96460FC-4AFD-3AF9-8092-C61BB05DF9FC}"/>
          </ac:spMkLst>
        </pc:spChg>
        <pc:spChg chg="add del">
          <ac:chgData name="Sebastiaan de Wolf" userId="ea5e8489-c9b3-4643-ad12-f74c0d8d89d3" providerId="ADAL" clId="{5A37BC08-ADFA-432E-B1D8-D2685C35B3C8}" dt="2026-04-29T17:51:22.370" v="2617" actId="931"/>
          <ac:spMkLst>
            <pc:docMk/>
            <pc:sldMk cId="2964704768" sldId="307"/>
            <ac:spMk id="3" creationId="{0092B499-0C44-7DE7-579B-891E08609722}"/>
          </ac:spMkLst>
        </pc:spChg>
        <pc:spChg chg="mod">
          <ac:chgData name="Sebastiaan de Wolf" userId="ea5e8489-c9b3-4643-ad12-f74c0d8d89d3" providerId="ADAL" clId="{5A37BC08-ADFA-432E-B1D8-D2685C35B3C8}" dt="2026-04-29T17:50:57.588" v="2614" actId="20577"/>
          <ac:spMkLst>
            <pc:docMk/>
            <pc:sldMk cId="2964704768" sldId="307"/>
            <ac:spMk id="4" creationId="{CC99D698-96E8-A510-DD01-D16B0BDC24FC}"/>
          </ac:spMkLst>
        </pc:spChg>
        <pc:picChg chg="add del mod ord">
          <ac:chgData name="Sebastiaan de Wolf" userId="ea5e8489-c9b3-4643-ad12-f74c0d8d89d3" providerId="ADAL" clId="{5A37BC08-ADFA-432E-B1D8-D2685C35B3C8}" dt="2026-04-29T17:51:13.618" v="2616" actId="931"/>
          <ac:picMkLst>
            <pc:docMk/>
            <pc:sldMk cId="2964704768" sldId="307"/>
            <ac:picMk id="6" creationId="{8C314E32-F758-1D89-D6B3-D16949C5D21D}"/>
          </ac:picMkLst>
        </pc:picChg>
        <pc:picChg chg="add mod ord">
          <ac:chgData name="Sebastiaan de Wolf" userId="ea5e8489-c9b3-4643-ad12-f74c0d8d89d3" providerId="ADAL" clId="{5A37BC08-ADFA-432E-B1D8-D2685C35B3C8}" dt="2026-04-29T17:51:22.370" v="2617" actId="931"/>
          <ac:picMkLst>
            <pc:docMk/>
            <pc:sldMk cId="2964704768" sldId="307"/>
            <ac:picMk id="8" creationId="{3EE6F2E0-F549-9BA7-9BBC-C43B86F25608}"/>
          </ac:picMkLst>
        </pc:picChg>
      </pc:sldChg>
      <pc:sldChg chg="addSp delSp modSp add del mod ord">
        <pc:chgData name="Sebastiaan de Wolf" userId="ea5e8489-c9b3-4643-ad12-f74c0d8d89d3" providerId="ADAL" clId="{5A37BC08-ADFA-432E-B1D8-D2685C35B3C8}" dt="2026-04-29T17:49:32.873" v="2441" actId="47"/>
        <pc:sldMkLst>
          <pc:docMk/>
          <pc:sldMk cId="2992597370" sldId="307"/>
        </pc:sldMkLst>
        <pc:spChg chg="add del mod">
          <ac:chgData name="Sebastiaan de Wolf" userId="ea5e8489-c9b3-4643-ad12-f74c0d8d89d3" providerId="ADAL" clId="{5A37BC08-ADFA-432E-B1D8-D2685C35B3C8}" dt="2026-04-29T17:49:28.302" v="2440" actId="478"/>
          <ac:spMkLst>
            <pc:docMk/>
            <pc:sldMk cId="2992597370" sldId="307"/>
            <ac:spMk id="4" creationId="{F9B904DC-9D32-1582-36D6-FC90CD2C931F}"/>
          </ac:spMkLst>
        </pc:spChg>
        <pc:spChg chg="mod">
          <ac:chgData name="Sebastiaan de Wolf" userId="ea5e8489-c9b3-4643-ad12-f74c0d8d89d3" providerId="ADAL" clId="{5A37BC08-ADFA-432E-B1D8-D2685C35B3C8}" dt="2026-04-29T17:49:15.818" v="2438" actId="20577"/>
          <ac:spMkLst>
            <pc:docMk/>
            <pc:sldMk cId="2992597370" sldId="307"/>
            <ac:spMk id="8" creationId="{AEA9F824-1C34-E1C3-B538-A6CB3A161E61}"/>
          </ac:spMkLst>
        </pc:spChg>
        <pc:spChg chg="del">
          <ac:chgData name="Sebastiaan de Wolf" userId="ea5e8489-c9b3-4643-ad12-f74c0d8d89d3" providerId="ADAL" clId="{5A37BC08-ADFA-432E-B1D8-D2685C35B3C8}" dt="2026-04-29T17:49:25.148" v="2439" actId="478"/>
          <ac:spMkLst>
            <pc:docMk/>
            <pc:sldMk cId="2992597370" sldId="307"/>
            <ac:spMk id="13" creationId="{87714058-577E-89E4-D530-A049C9C57BA8}"/>
          </ac:spMkLst>
        </pc:spChg>
      </pc:sldChg>
      <pc:sldChg chg="modSp add mod ord">
        <pc:chgData name="Sebastiaan de Wolf" userId="ea5e8489-c9b3-4643-ad12-f74c0d8d89d3" providerId="ADAL" clId="{5A37BC08-ADFA-432E-B1D8-D2685C35B3C8}" dt="2026-04-29T17:53:41.896" v="2832" actId="20577"/>
        <pc:sldMkLst>
          <pc:docMk/>
          <pc:sldMk cId="2203505029" sldId="308"/>
        </pc:sldMkLst>
        <pc:spChg chg="mod">
          <ac:chgData name="Sebastiaan de Wolf" userId="ea5e8489-c9b3-4643-ad12-f74c0d8d89d3" providerId="ADAL" clId="{5A37BC08-ADFA-432E-B1D8-D2685C35B3C8}" dt="2026-04-29T17:53:41.896" v="2832" actId="20577"/>
          <ac:spMkLst>
            <pc:docMk/>
            <pc:sldMk cId="2203505029" sldId="308"/>
            <ac:spMk id="43" creationId="{8E9864C3-02E5-2E69-D72E-500549AEC2F3}"/>
          </ac:spMkLst>
        </pc:spChg>
      </pc:sldChg>
      <pc:sldChg chg="delSp modSp new mod modNotesTx">
        <pc:chgData name="Sebastiaan de Wolf" userId="ea5e8489-c9b3-4643-ad12-f74c0d8d89d3" providerId="ADAL" clId="{5A37BC08-ADFA-432E-B1D8-D2685C35B3C8}" dt="2026-04-29T18:00:27.950" v="3593" actId="20577"/>
        <pc:sldMkLst>
          <pc:docMk/>
          <pc:sldMk cId="1836332734" sldId="309"/>
        </pc:sldMkLst>
        <pc:spChg chg="mod">
          <ac:chgData name="Sebastiaan de Wolf" userId="ea5e8489-c9b3-4643-ad12-f74c0d8d89d3" providerId="ADAL" clId="{5A37BC08-ADFA-432E-B1D8-D2685C35B3C8}" dt="2026-04-29T17:54:23.407" v="2849" actId="20577"/>
          <ac:spMkLst>
            <pc:docMk/>
            <pc:sldMk cId="1836332734" sldId="309"/>
            <ac:spMk id="2" creationId="{BD3B06C6-E8CC-DBDA-FB20-5182F91E0D8B}"/>
          </ac:spMkLst>
        </pc:spChg>
        <pc:spChg chg="mod">
          <ac:chgData name="Sebastiaan de Wolf" userId="ea5e8489-c9b3-4643-ad12-f74c0d8d89d3" providerId="ADAL" clId="{5A37BC08-ADFA-432E-B1D8-D2685C35B3C8}" dt="2026-04-29T18:00:27.950" v="3593" actId="20577"/>
          <ac:spMkLst>
            <pc:docMk/>
            <pc:sldMk cId="1836332734" sldId="309"/>
            <ac:spMk id="3" creationId="{3C6BDE65-B96B-EC51-0CAC-4D89AC594C96}"/>
          </ac:spMkLst>
        </pc:spChg>
        <pc:spChg chg="del">
          <ac:chgData name="Sebastiaan de Wolf" userId="ea5e8489-c9b3-4643-ad12-f74c0d8d89d3" providerId="ADAL" clId="{5A37BC08-ADFA-432E-B1D8-D2685C35B3C8}" dt="2026-04-29T18:00:08.330" v="3584" actId="478"/>
          <ac:spMkLst>
            <pc:docMk/>
            <pc:sldMk cId="1836332734" sldId="309"/>
            <ac:spMk id="4" creationId="{9A59FBCC-FA71-03B8-DBC8-DBA0D00E54E6}"/>
          </ac:spMkLst>
        </pc:spChg>
      </pc:sldChg>
      <pc:sldChg chg="modSp add mod ord modNotesTx">
        <pc:chgData name="Sebastiaan de Wolf" userId="ea5e8489-c9b3-4643-ad12-f74c0d8d89d3" providerId="ADAL" clId="{5A37BC08-ADFA-432E-B1D8-D2685C35B3C8}" dt="2026-04-29T18:09:44.445" v="4729" actId="20577"/>
        <pc:sldMkLst>
          <pc:docMk/>
          <pc:sldMk cId="2680724884" sldId="310"/>
        </pc:sldMkLst>
        <pc:spChg chg="mod">
          <ac:chgData name="Sebastiaan de Wolf" userId="ea5e8489-c9b3-4643-ad12-f74c0d8d89d3" providerId="ADAL" clId="{5A37BC08-ADFA-432E-B1D8-D2685C35B3C8}" dt="2026-04-29T18:06:32.531" v="4272" actId="20577"/>
          <ac:spMkLst>
            <pc:docMk/>
            <pc:sldMk cId="2680724884" sldId="310"/>
            <ac:spMk id="43" creationId="{478B3ED7-7F36-3DA1-C527-51CB224F395B}"/>
          </ac:spMkLst>
        </pc:spChg>
        <pc:spChg chg="mod">
          <ac:chgData name="Sebastiaan de Wolf" userId="ea5e8489-c9b3-4643-ad12-f74c0d8d89d3" providerId="ADAL" clId="{5A37BC08-ADFA-432E-B1D8-D2685C35B3C8}" dt="2026-04-29T18:01:12.390" v="3619" actId="20577"/>
          <ac:spMkLst>
            <pc:docMk/>
            <pc:sldMk cId="2680724884" sldId="310"/>
            <ac:spMk id="60" creationId="{275C47F9-2B53-C2A3-45F5-79B635A7C439}"/>
          </ac:spMkLst>
        </pc:spChg>
      </pc:sldChg>
      <pc:sldChg chg="modSp add mod ord modNotesTx">
        <pc:chgData name="Sebastiaan de Wolf" userId="ea5e8489-c9b3-4643-ad12-f74c0d8d89d3" providerId="ADAL" clId="{5A37BC08-ADFA-432E-B1D8-D2685C35B3C8}" dt="2026-04-29T18:14:05.904" v="5340" actId="20577"/>
        <pc:sldMkLst>
          <pc:docMk/>
          <pc:sldMk cId="329012831" sldId="311"/>
        </pc:sldMkLst>
        <pc:spChg chg="mod">
          <ac:chgData name="Sebastiaan de Wolf" userId="ea5e8489-c9b3-4643-ad12-f74c0d8d89d3" providerId="ADAL" clId="{5A37BC08-ADFA-432E-B1D8-D2685C35B3C8}" dt="2026-04-29T18:10:02.382" v="4747" actId="20577"/>
          <ac:spMkLst>
            <pc:docMk/>
            <pc:sldMk cId="329012831" sldId="311"/>
            <ac:spMk id="2" creationId="{1168A26A-A1F4-F336-0243-88819298BEC7}"/>
          </ac:spMkLst>
        </pc:spChg>
        <pc:spChg chg="mod">
          <ac:chgData name="Sebastiaan de Wolf" userId="ea5e8489-c9b3-4643-ad12-f74c0d8d89d3" providerId="ADAL" clId="{5A37BC08-ADFA-432E-B1D8-D2685C35B3C8}" dt="2026-04-29T18:12:01.787" v="4997" actId="20577"/>
          <ac:spMkLst>
            <pc:docMk/>
            <pc:sldMk cId="329012831" sldId="311"/>
            <ac:spMk id="3" creationId="{3BDB09BC-2400-F033-1188-7AEFBE41FF0C}"/>
          </ac:spMkLst>
        </pc:spChg>
      </pc:sldChg>
      <pc:sldChg chg="addSp delSp modSp new add del mod">
        <pc:chgData name="Sebastiaan de Wolf" userId="ea5e8489-c9b3-4643-ad12-f74c0d8d89d3" providerId="ADAL" clId="{5A37BC08-ADFA-432E-B1D8-D2685C35B3C8}" dt="2026-04-29T19:27:26.610" v="6269" actId="20577"/>
        <pc:sldMkLst>
          <pc:docMk/>
          <pc:sldMk cId="1533582669" sldId="312"/>
        </pc:sldMkLst>
        <pc:spChg chg="add del mod">
          <ac:chgData name="Sebastiaan de Wolf" userId="ea5e8489-c9b3-4643-ad12-f74c0d8d89d3" providerId="ADAL" clId="{5A37BC08-ADFA-432E-B1D8-D2685C35B3C8}" dt="2026-04-29T19:13:58.065" v="5380" actId="20577"/>
          <ac:spMkLst>
            <pc:docMk/>
            <pc:sldMk cId="1533582669" sldId="312"/>
            <ac:spMk id="2" creationId="{871C61A3-727A-808D-5072-9EA23C542DC5}"/>
          </ac:spMkLst>
        </pc:spChg>
        <pc:spChg chg="add del mod">
          <ac:chgData name="Sebastiaan de Wolf" userId="ea5e8489-c9b3-4643-ad12-f74c0d8d89d3" providerId="ADAL" clId="{5A37BC08-ADFA-432E-B1D8-D2685C35B3C8}" dt="2026-04-29T19:27:26.610" v="6269" actId="20577"/>
          <ac:spMkLst>
            <pc:docMk/>
            <pc:sldMk cId="1533582669" sldId="312"/>
            <ac:spMk id="3" creationId="{589EEC6E-CF6D-BCCC-75AE-05F6796B778C}"/>
          </ac:spMkLst>
        </pc:spChg>
        <pc:spChg chg="add del">
          <ac:chgData name="Sebastiaan de Wolf" userId="ea5e8489-c9b3-4643-ad12-f74c0d8d89d3" providerId="ADAL" clId="{5A37BC08-ADFA-432E-B1D8-D2685C35B3C8}" dt="2026-04-29T19:13:33.078" v="5371" actId="931"/>
          <ac:spMkLst>
            <pc:docMk/>
            <pc:sldMk cId="1533582669" sldId="312"/>
            <ac:spMk id="4" creationId="{F3C709FC-DC70-B673-5D6B-FD46B037D2FD}"/>
          </ac:spMkLst>
        </pc:spChg>
        <pc:spChg chg="mod">
          <ac:chgData name="Sebastiaan de Wolf" userId="ea5e8489-c9b3-4643-ad12-f74c0d8d89d3" providerId="ADAL" clId="{5A37BC08-ADFA-432E-B1D8-D2685C35B3C8}" dt="2026-04-29T19:09:38.260" v="5353" actId="26606"/>
          <ac:spMkLst>
            <pc:docMk/>
            <pc:sldMk cId="1533582669" sldId="312"/>
            <ac:spMk id="5" creationId="{D99917CB-7AD6-2C33-28A4-D7C627EF1C8B}"/>
          </ac:spMkLst>
        </pc:spChg>
        <pc:spChg chg="add del">
          <ac:chgData name="Sebastiaan de Wolf" userId="ea5e8489-c9b3-4643-ad12-f74c0d8d89d3" providerId="ADAL" clId="{5A37BC08-ADFA-432E-B1D8-D2685C35B3C8}" dt="2026-04-29T19:09:38.260" v="5353" actId="26606"/>
          <ac:spMkLst>
            <pc:docMk/>
            <pc:sldMk cId="1533582669" sldId="312"/>
            <ac:spMk id="15" creationId="{EBC49208-6D73-1963-BA51-720D3E488828}"/>
          </ac:spMkLst>
        </pc:spChg>
        <pc:spChg chg="add del">
          <ac:chgData name="Sebastiaan de Wolf" userId="ea5e8489-c9b3-4643-ad12-f74c0d8d89d3" providerId="ADAL" clId="{5A37BC08-ADFA-432E-B1D8-D2685C35B3C8}" dt="2026-04-29T19:09:38.260" v="5353" actId="26606"/>
          <ac:spMkLst>
            <pc:docMk/>
            <pc:sldMk cId="1533582669" sldId="312"/>
            <ac:spMk id="17" creationId="{0B7C5926-E1B7-C3D7-3249-C7B293CF6E53}"/>
          </ac:spMkLst>
        </pc:spChg>
        <pc:spChg chg="add del mod">
          <ac:chgData name="Sebastiaan de Wolf" userId="ea5e8489-c9b3-4643-ad12-f74c0d8d89d3" providerId="ADAL" clId="{5A37BC08-ADFA-432E-B1D8-D2685C35B3C8}" dt="2026-04-29T19:17:00.816" v="5408" actId="931"/>
          <ac:spMkLst>
            <pc:docMk/>
            <pc:sldMk cId="1533582669" sldId="312"/>
            <ac:spMk id="18" creationId="{3B4C5CDC-D100-7AE2-7B51-3A58758A2B0C}"/>
          </ac:spMkLst>
        </pc:spChg>
        <pc:graphicFrameChg chg="add mod">
          <ac:chgData name="Sebastiaan de Wolf" userId="ea5e8489-c9b3-4643-ad12-f74c0d8d89d3" providerId="ADAL" clId="{5A37BC08-ADFA-432E-B1D8-D2685C35B3C8}" dt="2026-04-29T19:05:44.127" v="5344"/>
          <ac:graphicFrameMkLst>
            <pc:docMk/>
            <pc:sldMk cId="1533582669" sldId="312"/>
            <ac:graphicFrameMk id="6" creationId="{020A1CE7-AA3E-3639-4097-F6A470E45A05}"/>
          </ac:graphicFrameMkLst>
        </pc:graphicFrameChg>
        <pc:picChg chg="add del mod ord">
          <ac:chgData name="Sebastiaan de Wolf" userId="ea5e8489-c9b3-4643-ad12-f74c0d8d89d3" providerId="ADAL" clId="{5A37BC08-ADFA-432E-B1D8-D2685C35B3C8}" dt="2026-04-29T19:07:39.760" v="5349" actId="931"/>
          <ac:picMkLst>
            <pc:docMk/>
            <pc:sldMk cId="1533582669" sldId="312"/>
            <ac:picMk id="8" creationId="{E3CE0E0A-29B7-6393-808D-EEC569DA5D3E}"/>
          </ac:picMkLst>
        </pc:picChg>
        <pc:picChg chg="add del mod ord">
          <ac:chgData name="Sebastiaan de Wolf" userId="ea5e8489-c9b3-4643-ad12-f74c0d8d89d3" providerId="ADAL" clId="{5A37BC08-ADFA-432E-B1D8-D2685C35B3C8}" dt="2026-04-29T19:09:38.738" v="5354" actId="931"/>
          <ac:picMkLst>
            <pc:docMk/>
            <pc:sldMk cId="1533582669" sldId="312"/>
            <ac:picMk id="10" creationId="{5B9895BF-12BF-E617-C0E9-88A31C95D0B6}"/>
          </ac:picMkLst>
        </pc:picChg>
        <pc:picChg chg="add del mod ord">
          <ac:chgData name="Sebastiaan de Wolf" userId="ea5e8489-c9b3-4643-ad12-f74c0d8d89d3" providerId="ADAL" clId="{5A37BC08-ADFA-432E-B1D8-D2685C35B3C8}" dt="2026-04-29T19:12:04.854" v="5370" actId="931"/>
          <ac:picMkLst>
            <pc:docMk/>
            <pc:sldMk cId="1533582669" sldId="312"/>
            <ac:picMk id="12" creationId="{252C5ADE-690B-8EA4-0F65-E300E1B17DC1}"/>
          </ac:picMkLst>
        </pc:picChg>
        <pc:picChg chg="add del mod ord">
          <ac:chgData name="Sebastiaan de Wolf" userId="ea5e8489-c9b3-4643-ad12-f74c0d8d89d3" providerId="ADAL" clId="{5A37BC08-ADFA-432E-B1D8-D2685C35B3C8}" dt="2026-04-29T19:16:56.997" v="5407" actId="478"/>
          <ac:picMkLst>
            <pc:docMk/>
            <pc:sldMk cId="1533582669" sldId="312"/>
            <ac:picMk id="14" creationId="{1A50FC55-3896-2DCA-074D-666F8C689AE4}"/>
          </ac:picMkLst>
        </pc:picChg>
        <pc:picChg chg="add mod ord">
          <ac:chgData name="Sebastiaan de Wolf" userId="ea5e8489-c9b3-4643-ad12-f74c0d8d89d3" providerId="ADAL" clId="{5A37BC08-ADFA-432E-B1D8-D2685C35B3C8}" dt="2026-04-29T19:17:00.816" v="5408" actId="931"/>
          <ac:picMkLst>
            <pc:docMk/>
            <pc:sldMk cId="1533582669" sldId="312"/>
            <ac:picMk id="20" creationId="{9ECC0186-DC41-53F9-0C92-4D61947AFB65}"/>
          </ac:picMkLst>
        </pc:picChg>
      </pc:sldChg>
      <pc:sldChg chg="addSp delSp modSp add mod modNotesTx">
        <pc:chgData name="Sebastiaan de Wolf" userId="ea5e8489-c9b3-4643-ad12-f74c0d8d89d3" providerId="ADAL" clId="{5A37BC08-ADFA-432E-B1D8-D2685C35B3C8}" dt="2026-04-29T19:28:13.662" v="6367" actId="20577"/>
        <pc:sldMkLst>
          <pc:docMk/>
          <pc:sldMk cId="4058387363" sldId="313"/>
        </pc:sldMkLst>
        <pc:spChg chg="mod">
          <ac:chgData name="Sebastiaan de Wolf" userId="ea5e8489-c9b3-4643-ad12-f74c0d8d89d3" providerId="ADAL" clId="{5A37BC08-ADFA-432E-B1D8-D2685C35B3C8}" dt="2026-04-29T19:14:30.354" v="5401" actId="20577"/>
          <ac:spMkLst>
            <pc:docMk/>
            <pc:sldMk cId="4058387363" sldId="313"/>
            <ac:spMk id="2" creationId="{B7D389F2-9CC3-F68F-6549-973C7AAF88A9}"/>
          </ac:spMkLst>
        </pc:spChg>
        <pc:spChg chg="mod">
          <ac:chgData name="Sebastiaan de Wolf" userId="ea5e8489-c9b3-4643-ad12-f74c0d8d89d3" providerId="ADAL" clId="{5A37BC08-ADFA-432E-B1D8-D2685C35B3C8}" dt="2026-04-29T19:18:25.449" v="5594" actId="20577"/>
          <ac:spMkLst>
            <pc:docMk/>
            <pc:sldMk cId="4058387363" sldId="313"/>
            <ac:spMk id="3" creationId="{80E2D0F6-1741-0B29-7ACA-7C0EB8C18920}"/>
          </ac:spMkLst>
        </pc:spChg>
        <pc:spChg chg="add del mod">
          <ac:chgData name="Sebastiaan de Wolf" userId="ea5e8489-c9b3-4643-ad12-f74c0d8d89d3" providerId="ADAL" clId="{5A37BC08-ADFA-432E-B1D8-D2685C35B3C8}" dt="2026-04-29T19:14:20.020" v="5383" actId="931"/>
          <ac:spMkLst>
            <pc:docMk/>
            <pc:sldMk cId="4058387363" sldId="313"/>
            <ac:spMk id="6" creationId="{58D9C8BF-93F3-F9C1-394E-9091A4F84B23}"/>
          </ac:spMkLst>
        </pc:spChg>
        <pc:spChg chg="add del mod">
          <ac:chgData name="Sebastiaan de Wolf" userId="ea5e8489-c9b3-4643-ad12-f74c0d8d89d3" providerId="ADAL" clId="{5A37BC08-ADFA-432E-B1D8-D2685C35B3C8}" dt="2026-04-29T19:14:44.204" v="5403" actId="931"/>
          <ac:spMkLst>
            <pc:docMk/>
            <pc:sldMk cId="4058387363" sldId="313"/>
            <ac:spMk id="10" creationId="{243A2E88-78BD-DD8C-D4CE-8327090CD49E}"/>
          </ac:spMkLst>
        </pc:spChg>
        <pc:spChg chg="add del mod">
          <ac:chgData name="Sebastiaan de Wolf" userId="ea5e8489-c9b3-4643-ad12-f74c0d8d89d3" providerId="ADAL" clId="{5A37BC08-ADFA-432E-B1D8-D2685C35B3C8}" dt="2026-04-29T19:17:10.002" v="5409" actId="931"/>
          <ac:spMkLst>
            <pc:docMk/>
            <pc:sldMk cId="4058387363" sldId="313"/>
            <ac:spMk id="15" creationId="{BB96AC5E-D348-C5C1-F3FE-4C2BBBD11A2F}"/>
          </ac:spMkLst>
        </pc:spChg>
        <pc:picChg chg="add del mod ord">
          <ac:chgData name="Sebastiaan de Wolf" userId="ea5e8489-c9b3-4643-ad12-f74c0d8d89d3" providerId="ADAL" clId="{5A37BC08-ADFA-432E-B1D8-D2685C35B3C8}" dt="2026-04-29T19:14:40.562" v="5402" actId="478"/>
          <ac:picMkLst>
            <pc:docMk/>
            <pc:sldMk cId="4058387363" sldId="313"/>
            <ac:picMk id="8" creationId="{7E59BFDE-531D-AE9F-C611-9E3BD910947B}"/>
          </ac:picMkLst>
        </pc:picChg>
        <pc:picChg chg="add del mod ord">
          <ac:chgData name="Sebastiaan de Wolf" userId="ea5e8489-c9b3-4643-ad12-f74c0d8d89d3" providerId="ADAL" clId="{5A37BC08-ADFA-432E-B1D8-D2685C35B3C8}" dt="2026-04-29T19:15:26.320" v="5404" actId="478"/>
          <ac:picMkLst>
            <pc:docMk/>
            <pc:sldMk cId="4058387363" sldId="313"/>
            <ac:picMk id="12" creationId="{57F50EB3-B1D2-846D-6A11-C8FE056FB440}"/>
          </ac:picMkLst>
        </pc:picChg>
        <pc:picChg chg="del">
          <ac:chgData name="Sebastiaan de Wolf" userId="ea5e8489-c9b3-4643-ad12-f74c0d8d89d3" providerId="ADAL" clId="{5A37BC08-ADFA-432E-B1D8-D2685C35B3C8}" dt="2026-04-29T19:14:02.673" v="5382" actId="478"/>
          <ac:picMkLst>
            <pc:docMk/>
            <pc:sldMk cId="4058387363" sldId="313"/>
            <ac:picMk id="14" creationId="{41651ACE-268D-0220-FBA0-F10C1D1F69E7}"/>
          </ac:picMkLst>
        </pc:picChg>
        <pc:picChg chg="add del mod ord">
          <ac:chgData name="Sebastiaan de Wolf" userId="ea5e8489-c9b3-4643-ad12-f74c0d8d89d3" providerId="ADAL" clId="{5A37BC08-ADFA-432E-B1D8-D2685C35B3C8}" dt="2026-04-29T19:15:35.690" v="5406" actId="931"/>
          <ac:picMkLst>
            <pc:docMk/>
            <pc:sldMk cId="4058387363" sldId="313"/>
            <ac:picMk id="17" creationId="{5D5B0966-5F05-FCEC-5A3B-6C7F4D42A671}"/>
          </ac:picMkLst>
        </pc:picChg>
        <pc:picChg chg="add mod ord">
          <ac:chgData name="Sebastiaan de Wolf" userId="ea5e8489-c9b3-4643-ad12-f74c0d8d89d3" providerId="ADAL" clId="{5A37BC08-ADFA-432E-B1D8-D2685C35B3C8}" dt="2026-04-29T19:17:10.002" v="5409" actId="931"/>
          <ac:picMkLst>
            <pc:docMk/>
            <pc:sldMk cId="4058387363" sldId="313"/>
            <ac:picMk id="19" creationId="{25EFBA64-7C5F-3894-FAD9-05AFD7DE4648}"/>
          </ac:picMkLst>
        </pc:picChg>
      </pc:sldChg>
      <pc:sldChg chg="modSp add del mod ord">
        <pc:chgData name="Sebastiaan de Wolf" userId="ea5e8489-c9b3-4643-ad12-f74c0d8d89d3" providerId="ADAL" clId="{5A37BC08-ADFA-432E-B1D8-D2685C35B3C8}" dt="2026-04-29T19:25:35.837" v="6060" actId="47"/>
        <pc:sldMkLst>
          <pc:docMk/>
          <pc:sldMk cId="3167988985" sldId="314"/>
        </pc:sldMkLst>
        <pc:spChg chg="mod">
          <ac:chgData name="Sebastiaan de Wolf" userId="ea5e8489-c9b3-4643-ad12-f74c0d8d89d3" providerId="ADAL" clId="{5A37BC08-ADFA-432E-B1D8-D2685C35B3C8}" dt="2026-04-29T19:25:23.773" v="6046" actId="20577"/>
          <ac:spMkLst>
            <pc:docMk/>
            <pc:sldMk cId="3167988985" sldId="314"/>
            <ac:spMk id="2" creationId="{F7AC4987-A3CE-5EF6-16EB-EACCF6022E70}"/>
          </ac:spMkLst>
        </pc:spChg>
      </pc:sldChg>
      <pc:sldChg chg="addSp delSp modSp add mod ord modNotesTx">
        <pc:chgData name="Sebastiaan de Wolf" userId="ea5e8489-c9b3-4643-ad12-f74c0d8d89d3" providerId="ADAL" clId="{5A37BC08-ADFA-432E-B1D8-D2685C35B3C8}" dt="2026-04-29T19:25:33.873" v="6059" actId="20577"/>
        <pc:sldMkLst>
          <pc:docMk/>
          <pc:sldMk cId="707781619" sldId="315"/>
        </pc:sldMkLst>
        <pc:spChg chg="add del mod">
          <ac:chgData name="Sebastiaan de Wolf" userId="ea5e8489-c9b3-4643-ad12-f74c0d8d89d3" providerId="ADAL" clId="{5A37BC08-ADFA-432E-B1D8-D2685C35B3C8}" dt="2026-04-29T19:20:03.539" v="5763" actId="478"/>
          <ac:spMkLst>
            <pc:docMk/>
            <pc:sldMk cId="707781619" sldId="315"/>
            <ac:spMk id="4" creationId="{CEBDF7F4-62EE-42EA-0389-24FC33FFB2E5}"/>
          </ac:spMkLst>
        </pc:spChg>
        <pc:spChg chg="mod">
          <ac:chgData name="Sebastiaan de Wolf" userId="ea5e8489-c9b3-4643-ad12-f74c0d8d89d3" providerId="ADAL" clId="{5A37BC08-ADFA-432E-B1D8-D2685C35B3C8}" dt="2026-04-29T19:22:49.953" v="5956" actId="20577"/>
          <ac:spMkLst>
            <pc:docMk/>
            <pc:sldMk cId="707781619" sldId="315"/>
            <ac:spMk id="43" creationId="{1900B769-71EE-9580-8486-C128EE4983C8}"/>
          </ac:spMkLst>
        </pc:spChg>
        <pc:spChg chg="del">
          <ac:chgData name="Sebastiaan de Wolf" userId="ea5e8489-c9b3-4643-ad12-f74c0d8d89d3" providerId="ADAL" clId="{5A37BC08-ADFA-432E-B1D8-D2685C35B3C8}" dt="2026-04-29T19:20:00.727" v="5762" actId="478"/>
          <ac:spMkLst>
            <pc:docMk/>
            <pc:sldMk cId="707781619" sldId="315"/>
            <ac:spMk id="44" creationId="{469F2C7E-1B3B-67AA-061B-891009D7B282}"/>
          </ac:spMkLst>
        </pc:spChg>
        <pc:spChg chg="mod">
          <ac:chgData name="Sebastiaan de Wolf" userId="ea5e8489-c9b3-4643-ad12-f74c0d8d89d3" providerId="ADAL" clId="{5A37BC08-ADFA-432E-B1D8-D2685C35B3C8}" dt="2026-04-29T19:25:33.873" v="6059" actId="20577"/>
          <ac:spMkLst>
            <pc:docMk/>
            <pc:sldMk cId="707781619" sldId="315"/>
            <ac:spMk id="60" creationId="{BFE1E920-A164-3500-FA6C-594A5A3824D5}"/>
          </ac:spMkLst>
        </pc:spChg>
      </pc:sldChg>
      <pc:sldChg chg="new del">
        <pc:chgData name="Sebastiaan de Wolf" userId="ea5e8489-c9b3-4643-ad12-f74c0d8d89d3" providerId="ADAL" clId="{5A37BC08-ADFA-432E-B1D8-D2685C35B3C8}" dt="2026-04-29T19:29:05.192" v="6369" actId="47"/>
        <pc:sldMkLst>
          <pc:docMk/>
          <pc:sldMk cId="227664299" sldId="316"/>
        </pc:sldMkLst>
      </pc:sldChg>
      <pc:sldChg chg="add del">
        <pc:chgData name="Sebastiaan de Wolf" userId="ea5e8489-c9b3-4643-ad12-f74c0d8d89d3" providerId="ADAL" clId="{5A37BC08-ADFA-432E-B1D8-D2685C35B3C8}" dt="2026-04-29T19:26:00.333" v="6062" actId="47"/>
        <pc:sldMkLst>
          <pc:docMk/>
          <pc:sldMk cId="763649371" sldId="316"/>
        </pc:sldMkLst>
      </pc:sldChg>
      <pc:sldMasterChg chg="delSldLayout">
        <pc:chgData name="Sebastiaan de Wolf" userId="ea5e8489-c9b3-4643-ad12-f74c0d8d89d3" providerId="ADAL" clId="{5A37BC08-ADFA-432E-B1D8-D2685C35B3C8}" dt="2026-04-29T17:32:49.168" v="1155" actId="47"/>
        <pc:sldMasterMkLst>
          <pc:docMk/>
          <pc:sldMasterMk cId="2020574204" sldId="2147483648"/>
        </pc:sldMasterMkLst>
        <pc:sldLayoutChg chg="del">
          <pc:chgData name="Sebastiaan de Wolf" userId="ea5e8489-c9b3-4643-ad12-f74c0d8d89d3" providerId="ADAL" clId="{5A37BC08-ADFA-432E-B1D8-D2685C35B3C8}" dt="2026-04-29T17:15:25.519" v="308" actId="47"/>
          <pc:sldLayoutMkLst>
            <pc:docMk/>
            <pc:sldMasterMk cId="2020574204" sldId="2147483648"/>
            <pc:sldLayoutMk cId="453787407" sldId="2147483670"/>
          </pc:sldLayoutMkLst>
        </pc:sldLayoutChg>
        <pc:sldLayoutChg chg="del">
          <pc:chgData name="Sebastiaan de Wolf" userId="ea5e8489-c9b3-4643-ad12-f74c0d8d89d3" providerId="ADAL" clId="{5A37BC08-ADFA-432E-B1D8-D2685C35B3C8}" dt="2026-04-29T17:32:49.168" v="1155" actId="47"/>
          <pc:sldLayoutMkLst>
            <pc:docMk/>
            <pc:sldMasterMk cId="2020574204" sldId="2147483648"/>
            <pc:sldLayoutMk cId="924390820" sldId="2147483672"/>
          </pc:sldLayoutMkLst>
        </pc:sldLayoutChg>
        <pc:sldLayoutChg chg="del">
          <pc:chgData name="Sebastiaan de Wolf" userId="ea5e8489-c9b3-4643-ad12-f74c0d8d89d3" providerId="ADAL" clId="{5A37BC08-ADFA-432E-B1D8-D2685C35B3C8}" dt="2026-04-29T17:32:47.564" v="1154" actId="47"/>
          <pc:sldLayoutMkLst>
            <pc:docMk/>
            <pc:sldMasterMk cId="2020574204" sldId="2147483648"/>
            <pc:sldLayoutMk cId="389171272" sldId="2147483673"/>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defRPr b="1"/>
          </a:pPr>
          <a:r>
            <a:rPr lang="en-US" dirty="0">
              <a:solidFill>
                <a:srgbClr val="FC7840"/>
              </a:solidFill>
              <a:latin typeface="+mn-lt"/>
            </a:rPr>
            <a:t>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r>
            <a:rPr lang="en-US" sz="1800" dirty="0">
              <a:latin typeface="+mn-lt"/>
            </a:rPr>
            <a:t>Device data changes</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defRPr b="1"/>
          </a:pPr>
          <a:r>
            <a:rPr lang="en-US" dirty="0">
              <a:solidFill>
                <a:schemeClr val="accent2">
                  <a:lumMod val="60000"/>
                  <a:lumOff val="40000"/>
                </a:schemeClr>
              </a:solidFill>
              <a:latin typeface="+mn-lt"/>
            </a:rPr>
            <a:t>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r>
            <a:rPr lang="en-US" sz="1800" dirty="0">
              <a:latin typeface="+mn-lt"/>
            </a:rPr>
            <a:t>Intune pulls in data</a:t>
          </a: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FD9CA14A-483C-4869-B0C1-7C5FB7EEDBCC}">
      <dgm:prSet phldrT="[Text]" phldr="0" custT="1"/>
      <dgm:spPr/>
      <dgm:t>
        <a:bodyPr/>
        <a:lstStyle/>
        <a:p>
          <a:pPr>
            <a:defRPr b="1"/>
          </a:pPr>
          <a:r>
            <a:rPr lang="en-US" sz="1800" dirty="0">
              <a:latin typeface="+mn-lt"/>
            </a:rPr>
            <a:t> </a:t>
          </a:r>
          <a:r>
            <a:rPr lang="en-US" sz="1800" dirty="0">
              <a:solidFill>
                <a:srgbClr val="FC7840"/>
              </a:solidFill>
              <a:latin typeface="+mn-lt"/>
            </a:rPr>
            <a:t>3</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defRPr b="1"/>
          </a:pPr>
          <a:r>
            <a:rPr lang="en-US" dirty="0">
              <a:solidFill>
                <a:schemeClr val="accent2">
                  <a:lumMod val="60000"/>
                  <a:lumOff val="40000"/>
                </a:schemeClr>
              </a:solidFill>
              <a:latin typeface="+mn-lt"/>
            </a:rPr>
            <a:t>4</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r>
            <a:rPr lang="en-US" sz="1800" dirty="0">
              <a:latin typeface="+mn-lt"/>
            </a:rPr>
            <a:t>Process data &amp; fire alerts</a:t>
          </a: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E4047AB4-2F22-4E90-9FC3-FECD41D5D42A}">
      <dgm:prSet phldrT="[Text]" phldr="0" custT="1"/>
      <dgm:spPr/>
      <dgm:t>
        <a:bodyPr/>
        <a:lstStyle/>
        <a:p>
          <a:r>
            <a:rPr lang="en-US" sz="1800" dirty="0">
              <a:latin typeface="+mn-lt"/>
            </a:rPr>
            <a:t>You pull in data</a:t>
          </a:r>
        </a:p>
      </dgm:t>
    </dgm:pt>
    <dgm:pt modelId="{EFC48E4C-5037-4B79-989D-C6FAD091AADB}" type="parTrans" cxnId="{A7639A95-82DE-4CE9-A5AB-02EDAC789A31}">
      <dgm:prSet/>
      <dgm:spPr/>
      <dgm:t>
        <a:bodyPr/>
        <a:lstStyle/>
        <a:p>
          <a:endParaRPr lang="en-US"/>
        </a:p>
      </dgm:t>
    </dgm:pt>
    <dgm:pt modelId="{EC38D5C6-0ED3-4CCB-B24C-2DA678E01817}" type="sibTrans" cxnId="{A7639A95-82DE-4CE9-A5AB-02EDAC789A31}">
      <dgm:prSet/>
      <dgm:spPr/>
      <dgm:t>
        <a:bodyPr/>
        <a:lstStyle/>
        <a:p>
          <a:endParaRPr lang="en-US"/>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4B429E49-A270-431B-AAB7-67719B530130}" type="pres">
      <dgm:prSet presAssocID="{FD9CA14A-483C-4869-B0C1-7C5FB7EEDBCC}" presName="composite" presStyleCnt="0"/>
      <dgm:spPr/>
    </dgm:pt>
    <dgm:pt modelId="{9F783EC6-3A3C-4E21-9DBD-E2855AEC4B7F}" type="pres">
      <dgm:prSet presAssocID="{FD9CA14A-483C-4869-B0C1-7C5FB7EEDBCC}" presName="L1TextContainer" presStyleLbl="revTx" presStyleIdx="2" presStyleCnt="4">
        <dgm:presLayoutVars>
          <dgm:chMax val="1"/>
          <dgm:chPref val="1"/>
          <dgm:bulletEnabled val="1"/>
        </dgm:presLayoutVars>
      </dgm:prSet>
      <dgm:spPr/>
    </dgm:pt>
    <dgm:pt modelId="{350E43DD-14EC-466E-92CE-E01EB03A77D1}" type="pres">
      <dgm:prSet presAssocID="{FD9CA14A-483C-4869-B0C1-7C5FB7EEDBCC}" presName="L2TextContainerWrapper" presStyleCnt="0">
        <dgm:presLayoutVars>
          <dgm:chMax val="0"/>
          <dgm:chPref val="0"/>
          <dgm:bulletEnabled val="1"/>
        </dgm:presLayoutVars>
      </dgm:prSet>
      <dgm:spPr/>
    </dgm:pt>
    <dgm:pt modelId="{3EB2FFAF-801A-47F3-9F96-35F9BB027ADE}" type="pres">
      <dgm:prSet presAssocID="{FD9CA14A-483C-4869-B0C1-7C5FB7EEDBCC}" presName="L2TextContainer" presStyleLbl="bgAcc1" presStyleIdx="2" presStyleCnt="4"/>
      <dgm:spPr/>
    </dgm:pt>
    <dgm:pt modelId="{5A29EC24-FE46-4C82-BC4A-AB160C35B5F6}" type="pres">
      <dgm:prSet presAssocID="{FD9CA14A-483C-4869-B0C1-7C5FB7EEDBCC}" presName="FlexibleEmptyPlaceHolder" presStyleCnt="0"/>
      <dgm:spPr/>
    </dgm:pt>
    <dgm:pt modelId="{40E0F625-6804-4CBA-AA95-152D6B93D8B5}" type="pres">
      <dgm:prSet presAssocID="{FD9CA14A-483C-4869-B0C1-7C5FB7EEDBCC}"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39ED14C5-2DAB-4A88-8492-27A3D0C88CD5}" type="pres">
      <dgm:prSet presAssocID="{FD9CA14A-483C-4869-B0C1-7C5FB7EEDBCC}" presName="ConnectorPoint" presStyleLbl="alignNode1" presStyleIdx="2" presStyleCnt="4"/>
      <dgm:spPr/>
    </dgm:pt>
    <dgm:pt modelId="{EF3A0C1B-89D2-4473-9484-464E273762EC}" type="pres">
      <dgm:prSet presAssocID="{FD9CA14A-483C-4869-B0C1-7C5FB7EEDBCC}" presName="EmptyPlaceHolder" presStyleCnt="0"/>
      <dgm:spPr/>
    </dgm:pt>
    <dgm:pt modelId="{53F23F8A-E633-45FA-9420-F648CBDC8DC2}" type="pres">
      <dgm:prSet presAssocID="{914BB93C-EA8A-4B5B-8F06-30DA7C7F4B7B}"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26F3817-7C56-4375-A89D-6007E983C4B7}" type="presOf" srcId="{FD9CA14A-483C-4869-B0C1-7C5FB7EEDBCC}" destId="{9F783EC6-3A3C-4E21-9DBD-E2855AEC4B7F}" srcOrd="0" destOrd="0" presId="urn:microsoft.com/office/officeart/2016/7/layout/BasicTimeline"/>
    <dgm:cxn modelId="{22B7E033-C6B8-4022-876B-271062A03A51}" type="presOf" srcId="{D2FE027B-4161-41E1-B4D4-02AECB2E3FA0}" destId="{F782935D-BBBD-4420-826A-F71C517659B6}" srcOrd="0" destOrd="0" presId="urn:microsoft.com/office/officeart/2016/7/layout/BasicTimeline"/>
    <dgm:cxn modelId="{843EEB34-B0C2-49E8-BC6A-CC6C6A8B12AF}" type="presOf" srcId="{E4047AB4-2F22-4E90-9FC3-FECD41D5D42A}" destId="{3EB2FFAF-801A-47F3-9F96-35F9BB027ADE}" srcOrd="0" destOrd="0" presId="urn:microsoft.com/office/officeart/2016/7/layout/BasicTimeline"/>
    <dgm:cxn modelId="{5EDA943F-300F-408A-A52E-3D5140FD5C22}" srcId="{A66480AC-C0DE-4E5E-9ECD-9AE37E3FCB79}" destId="{FD9CA14A-483C-4869-B0C1-7C5FB7EEDBCC}" srcOrd="2" destOrd="0" parTransId="{8182A92F-45BA-4CD1-8E43-0B0810A50FEB}" sibTransId="{914BB93C-EA8A-4B5B-8F06-30DA7C7F4B7B}"/>
    <dgm:cxn modelId="{D3D81948-D963-4D1E-AE16-9705EAF510FC}" srcId="{A66480AC-C0DE-4E5E-9ECD-9AE37E3FCB79}" destId="{A8C03FBB-4A75-4460-AEA6-DEAEB9C61496}" srcOrd="0" destOrd="0" parTransId="{4E972F7F-4B1B-47AA-A25B-1FFC561F1C76}" sibTransId="{67361508-930A-4A23-8CFC-BB56DA645C3C}"/>
    <dgm:cxn modelId="{CE8DCA69-1D43-44C7-BAC1-214CCAF6E9A3}" type="presOf" srcId="{8A04F340-E8E1-4146-9905-E7ADCAEAABD7}" destId="{DADAA0C9-3E42-4088-8622-30E9F6EA139A}" srcOrd="0" destOrd="0" presId="urn:microsoft.com/office/officeart/2016/7/layout/BasicTimeline"/>
    <dgm:cxn modelId="{A7639A95-82DE-4CE9-A5AB-02EDAC789A31}" srcId="{FD9CA14A-483C-4869-B0C1-7C5FB7EEDBCC}" destId="{E4047AB4-2F22-4E90-9FC3-FECD41D5D42A}" srcOrd="0" destOrd="0" parTransId="{EFC48E4C-5037-4B79-989D-C6FAD091AADB}" sibTransId="{EC38D5C6-0ED3-4CCB-B24C-2DA678E01817}"/>
    <dgm:cxn modelId="{4F4F82A2-02F1-492B-96C1-46C070BEFCE3}" srcId="{A66480AC-C0DE-4E5E-9ECD-9AE37E3FCB79}" destId="{D2FE027B-4161-41E1-B4D4-02AECB2E3FA0}" srcOrd="3" destOrd="0" parTransId="{88680CFE-3CE0-4842-B3D3-716D3B671238}" sibTransId="{4D59E06B-629C-40B5-96D3-423B7A56C945}"/>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EEE336D5-1B30-4E2F-AD74-5CCD4821F2E8}" type="presOf" srcId="{2BE415B7-7185-4956-8487-237B40BC0EE5}" destId="{6C3A59BD-6D45-4573-B098-8CB5207F194D}" srcOrd="0" destOrd="0" presId="urn:microsoft.com/office/officeart/2016/7/layout/BasicTimeline"/>
    <dgm:cxn modelId="{6C1C25D9-8A36-4542-821A-A94C9DB5B3F6}" type="presOf" srcId="{5E71F362-34DF-4EEC-92A3-0EFE450E05E4}" destId="{BA29120C-7C6B-4F62-9079-4AD528BC0744}" srcOrd="0" destOrd="0" presId="urn:microsoft.com/office/officeart/2016/7/layout/BasicTimeline"/>
    <dgm:cxn modelId="{C57A90E0-ECF4-462A-9B27-64C8FA05DDED}" type="presOf" srcId="{91969DED-4CB8-4A14-A50B-3F7B848E46B5}" destId="{60D0713D-AF69-4AF8-B071-F65622790886}" srcOrd="0" destOrd="0" presId="urn:microsoft.com/office/officeart/2016/7/layout/BasicTimeline"/>
    <dgm:cxn modelId="{403E30EA-CA23-4A5A-9D22-DF82F93CFF08}" type="presOf" srcId="{A66480AC-C0DE-4E5E-9ECD-9AE37E3FCB79}" destId="{9FFA803F-EA25-49D8-A073-96E9747E345F}"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39E930FD-88D4-47EB-8BD0-7D1B6AEDB3FE}" type="presOf" srcId="{A8C03FBB-4A75-4460-AEA6-DEAEB9C61496}" destId="{FE5C7F33-9326-49FB-89A3-8A20163AD994}" srcOrd="0" destOrd="0" presId="urn:microsoft.com/office/officeart/2016/7/layout/BasicTimeline"/>
    <dgm:cxn modelId="{28C0444D-DFC7-4379-8B65-0723F43BE134}" type="presParOf" srcId="{9FFA803F-EA25-49D8-A073-96E9747E345F}" destId="{EE0E6265-BE99-48D1-8879-DB5A75D6D78E}" srcOrd="0" destOrd="0" presId="urn:microsoft.com/office/officeart/2016/7/layout/BasicTimeline"/>
    <dgm:cxn modelId="{AD39FF72-ABEA-41D6-8C2E-DF15DD96971B}" type="presParOf" srcId="{9FFA803F-EA25-49D8-A073-96E9747E345F}" destId="{BDA8F949-88B8-486D-9E41-ABA1463A8926}" srcOrd="1" destOrd="0" presId="urn:microsoft.com/office/officeart/2016/7/layout/BasicTimeline"/>
    <dgm:cxn modelId="{2681FDCF-2D37-413B-82B2-8889463EF5CA}" type="presParOf" srcId="{BDA8F949-88B8-486D-9E41-ABA1463A8926}" destId="{A41AEE8D-8763-4311-BB07-B499A93D76EA}" srcOrd="0" destOrd="0" presId="urn:microsoft.com/office/officeart/2016/7/layout/BasicTimeline"/>
    <dgm:cxn modelId="{7DE52AE8-82FF-4162-8B5C-92A531118E75}" type="presParOf" srcId="{A41AEE8D-8763-4311-BB07-B499A93D76EA}" destId="{FE5C7F33-9326-49FB-89A3-8A20163AD994}" srcOrd="0" destOrd="0" presId="urn:microsoft.com/office/officeart/2016/7/layout/BasicTimeline"/>
    <dgm:cxn modelId="{3FBE3238-D3CB-4768-A8B5-43C80F436BE6}" type="presParOf" srcId="{A41AEE8D-8763-4311-BB07-B499A93D76EA}" destId="{C51067AB-548D-47E7-B9DD-C7A4C9600F8C}" srcOrd="1" destOrd="0" presId="urn:microsoft.com/office/officeart/2016/7/layout/BasicTimeline"/>
    <dgm:cxn modelId="{704848E0-4702-4CC8-A089-1B18BA2110F1}" type="presParOf" srcId="{C51067AB-548D-47E7-B9DD-C7A4C9600F8C}" destId="{BA29120C-7C6B-4F62-9079-4AD528BC0744}" srcOrd="0" destOrd="0" presId="urn:microsoft.com/office/officeart/2016/7/layout/BasicTimeline"/>
    <dgm:cxn modelId="{36FB3175-E1A3-48D1-89B2-B29675EF1DD9}" type="presParOf" srcId="{C51067AB-548D-47E7-B9DD-C7A4C9600F8C}" destId="{617B6CDA-9351-44EF-9011-41758FE93851}" srcOrd="1" destOrd="0" presId="urn:microsoft.com/office/officeart/2016/7/layout/BasicTimeline"/>
    <dgm:cxn modelId="{AD85F1CC-35D6-4A4F-A4F4-8F63204DFE08}" type="presParOf" srcId="{A41AEE8D-8763-4311-BB07-B499A93D76EA}" destId="{A95DB80B-444A-4D69-B205-3A801BB8524A}" srcOrd="2" destOrd="0" presId="urn:microsoft.com/office/officeart/2016/7/layout/BasicTimeline"/>
    <dgm:cxn modelId="{0BA0FBE5-1935-40D7-AA97-52945F71C347}" type="presParOf" srcId="{A41AEE8D-8763-4311-BB07-B499A93D76EA}" destId="{FA19A0AA-8B0B-4AA8-A80D-08CFFDD3F112}" srcOrd="3" destOrd="0" presId="urn:microsoft.com/office/officeart/2016/7/layout/BasicTimeline"/>
    <dgm:cxn modelId="{D40142CB-415C-4899-BB4C-F188BCEA5805}" type="presParOf" srcId="{A41AEE8D-8763-4311-BB07-B499A93D76EA}" destId="{C298CC98-EF08-4D23-94A2-F58DEE6D7DE4}" srcOrd="4" destOrd="0" presId="urn:microsoft.com/office/officeart/2016/7/layout/BasicTimeline"/>
    <dgm:cxn modelId="{BF17A5A3-009A-407E-B5FD-629AF5FEC211}" type="presParOf" srcId="{BDA8F949-88B8-486D-9E41-ABA1463A8926}" destId="{F3D981F8-7433-4E93-99E6-2B447306B973}" srcOrd="1" destOrd="0" presId="urn:microsoft.com/office/officeart/2016/7/layout/BasicTimeline"/>
    <dgm:cxn modelId="{D44C1418-4019-4E2F-88C5-3E769CF6505B}" type="presParOf" srcId="{BDA8F949-88B8-486D-9E41-ABA1463A8926}" destId="{7D29DFA7-018B-45C9-AC1C-5CFC82FEE150}" srcOrd="2" destOrd="0" presId="urn:microsoft.com/office/officeart/2016/7/layout/BasicTimeline"/>
    <dgm:cxn modelId="{67C574FD-290C-4FB5-B953-03B7CD975179}" type="presParOf" srcId="{7D29DFA7-018B-45C9-AC1C-5CFC82FEE150}" destId="{60D0713D-AF69-4AF8-B071-F65622790886}" srcOrd="0" destOrd="0" presId="urn:microsoft.com/office/officeart/2016/7/layout/BasicTimeline"/>
    <dgm:cxn modelId="{BF034B30-C72F-4DC0-BC97-582B48C9C5FF}" type="presParOf" srcId="{7D29DFA7-018B-45C9-AC1C-5CFC82FEE150}" destId="{5DAA1547-FEA7-4F69-96D3-0E3A07601B1E}" srcOrd="1" destOrd="0" presId="urn:microsoft.com/office/officeart/2016/7/layout/BasicTimeline"/>
    <dgm:cxn modelId="{59E58E5C-F6F5-4C28-9FCE-359A6F24DA54}" type="presParOf" srcId="{5DAA1547-FEA7-4F69-96D3-0E3A07601B1E}" destId="{DADAA0C9-3E42-4088-8622-30E9F6EA139A}" srcOrd="0" destOrd="0" presId="urn:microsoft.com/office/officeart/2016/7/layout/BasicTimeline"/>
    <dgm:cxn modelId="{95979046-9A94-4E82-B3BD-1413D4905988}" type="presParOf" srcId="{5DAA1547-FEA7-4F69-96D3-0E3A07601B1E}" destId="{D2E61EE0-F306-43AF-AFF9-74A14B9CF379}" srcOrd="1" destOrd="0" presId="urn:microsoft.com/office/officeart/2016/7/layout/BasicTimeline"/>
    <dgm:cxn modelId="{7596B1F4-4919-452A-8814-131A45972FDB}" type="presParOf" srcId="{7D29DFA7-018B-45C9-AC1C-5CFC82FEE150}" destId="{DBD74D6B-057A-432C-9067-BF618C19EB2A}" srcOrd="2" destOrd="0" presId="urn:microsoft.com/office/officeart/2016/7/layout/BasicTimeline"/>
    <dgm:cxn modelId="{007C898F-E71E-476F-89E5-272E75EAE7A1}" type="presParOf" srcId="{7D29DFA7-018B-45C9-AC1C-5CFC82FEE150}" destId="{0F979253-FD39-4920-BFCA-78C564B167EA}" srcOrd="3" destOrd="0" presId="urn:microsoft.com/office/officeart/2016/7/layout/BasicTimeline"/>
    <dgm:cxn modelId="{12E53971-8881-4326-98DF-162143DD471E}" type="presParOf" srcId="{7D29DFA7-018B-45C9-AC1C-5CFC82FEE150}" destId="{C9B4B298-E04C-4317-856D-E345FE5EC64B}" srcOrd="4" destOrd="0" presId="urn:microsoft.com/office/officeart/2016/7/layout/BasicTimeline"/>
    <dgm:cxn modelId="{E647CBB6-EFA3-4306-B562-947CA2BAD4B5}" type="presParOf" srcId="{BDA8F949-88B8-486D-9E41-ABA1463A8926}" destId="{9B636147-AF19-40E0-BE7D-3BE8148CC024}" srcOrd="3" destOrd="0" presId="urn:microsoft.com/office/officeart/2016/7/layout/BasicTimeline"/>
    <dgm:cxn modelId="{FE70DD18-D389-4C2B-92D7-6F3424BDE3A0}" type="presParOf" srcId="{BDA8F949-88B8-486D-9E41-ABA1463A8926}" destId="{4B429E49-A270-431B-AAB7-67719B530130}" srcOrd="4" destOrd="0" presId="urn:microsoft.com/office/officeart/2016/7/layout/BasicTimeline"/>
    <dgm:cxn modelId="{35491C88-F3FD-4EA7-9369-09D464CEBE48}" type="presParOf" srcId="{4B429E49-A270-431B-AAB7-67719B530130}" destId="{9F783EC6-3A3C-4E21-9DBD-E2855AEC4B7F}" srcOrd="0" destOrd="0" presId="urn:microsoft.com/office/officeart/2016/7/layout/BasicTimeline"/>
    <dgm:cxn modelId="{6B1CC45C-ACA1-473E-82F2-682C5A0425C0}" type="presParOf" srcId="{4B429E49-A270-431B-AAB7-67719B530130}" destId="{350E43DD-14EC-466E-92CE-E01EB03A77D1}" srcOrd="1" destOrd="0" presId="urn:microsoft.com/office/officeart/2016/7/layout/BasicTimeline"/>
    <dgm:cxn modelId="{47250073-3B0B-4C38-A640-4EFB1EFA41E3}" type="presParOf" srcId="{350E43DD-14EC-466E-92CE-E01EB03A77D1}" destId="{3EB2FFAF-801A-47F3-9F96-35F9BB027ADE}" srcOrd="0" destOrd="0" presId="urn:microsoft.com/office/officeart/2016/7/layout/BasicTimeline"/>
    <dgm:cxn modelId="{3096E73C-E7F5-40B3-8DF5-CB907B5477E1}" type="presParOf" srcId="{350E43DD-14EC-466E-92CE-E01EB03A77D1}" destId="{5A29EC24-FE46-4C82-BC4A-AB160C35B5F6}" srcOrd="1" destOrd="0" presId="urn:microsoft.com/office/officeart/2016/7/layout/BasicTimeline"/>
    <dgm:cxn modelId="{ECF60DD6-B681-414C-A5FD-AB7C376DFC1D}" type="presParOf" srcId="{4B429E49-A270-431B-AAB7-67719B530130}" destId="{40E0F625-6804-4CBA-AA95-152D6B93D8B5}" srcOrd="2" destOrd="0" presId="urn:microsoft.com/office/officeart/2016/7/layout/BasicTimeline"/>
    <dgm:cxn modelId="{48C6A37C-449E-4FF7-B3AF-D69F5208698D}" type="presParOf" srcId="{4B429E49-A270-431B-AAB7-67719B530130}" destId="{39ED14C5-2DAB-4A88-8492-27A3D0C88CD5}" srcOrd="3" destOrd="0" presId="urn:microsoft.com/office/officeart/2016/7/layout/BasicTimeline"/>
    <dgm:cxn modelId="{6785D55D-BA9D-4DF2-8037-BA284D4AFBA7}" type="presParOf" srcId="{4B429E49-A270-431B-AAB7-67719B530130}" destId="{EF3A0C1B-89D2-4473-9484-464E273762EC}" srcOrd="4" destOrd="0" presId="urn:microsoft.com/office/officeart/2016/7/layout/BasicTimeline"/>
    <dgm:cxn modelId="{B738F2F2-57AD-4ED8-8CF4-AD25841EEDC9}" type="presParOf" srcId="{BDA8F949-88B8-486D-9E41-ABA1463A8926}" destId="{53F23F8A-E633-45FA-9420-F648CBDC8DC2}" srcOrd="5" destOrd="0" presId="urn:microsoft.com/office/officeart/2016/7/layout/BasicTimeline"/>
    <dgm:cxn modelId="{11A9B509-1A98-4F88-B743-4D9AEF56FADF}" type="presParOf" srcId="{BDA8F949-88B8-486D-9E41-ABA1463A8926}" destId="{C68762A5-E9DF-484F-B385-6C7E07325E98}" srcOrd="6" destOrd="0" presId="urn:microsoft.com/office/officeart/2016/7/layout/BasicTimeline"/>
    <dgm:cxn modelId="{2CD18A64-9CDB-4399-9E33-9C75C695356D}" type="presParOf" srcId="{C68762A5-E9DF-484F-B385-6C7E07325E98}" destId="{F782935D-BBBD-4420-826A-F71C517659B6}" srcOrd="0" destOrd="0" presId="urn:microsoft.com/office/officeart/2016/7/layout/BasicTimeline"/>
    <dgm:cxn modelId="{0C1DABAA-3B92-4D0E-B532-B8CACF2ABEAF}" type="presParOf" srcId="{C68762A5-E9DF-484F-B385-6C7E07325E98}" destId="{3C71E446-482E-4CAC-8D42-2D4AC020412B}" srcOrd="1" destOrd="0" presId="urn:microsoft.com/office/officeart/2016/7/layout/BasicTimeline"/>
    <dgm:cxn modelId="{B3DB2353-8E8C-435D-A47E-2239A6206643}" type="presParOf" srcId="{3C71E446-482E-4CAC-8D42-2D4AC020412B}" destId="{6C3A59BD-6D45-4573-B098-8CB5207F194D}" srcOrd="0" destOrd="0" presId="urn:microsoft.com/office/officeart/2016/7/layout/BasicTimeline"/>
    <dgm:cxn modelId="{BED02309-C81A-41DE-931E-754044CB5047}" type="presParOf" srcId="{3C71E446-482E-4CAC-8D42-2D4AC020412B}" destId="{8EB042C8-D666-4667-A1E4-E0C87151B72F}" srcOrd="1" destOrd="0" presId="urn:microsoft.com/office/officeart/2016/7/layout/BasicTimeline"/>
    <dgm:cxn modelId="{B0D7EA0C-85FC-4A03-8A69-39D047EEF10A}" type="presParOf" srcId="{C68762A5-E9DF-484F-B385-6C7E07325E98}" destId="{086FB9B1-82B2-4197-8B33-6E7FF94F8D2E}" srcOrd="2" destOrd="0" presId="urn:microsoft.com/office/officeart/2016/7/layout/BasicTimeline"/>
    <dgm:cxn modelId="{729ED2D6-D9C6-4D18-AB46-846133AF9EDE}" type="presParOf" srcId="{C68762A5-E9DF-484F-B385-6C7E07325E98}" destId="{3F359E8B-7C7E-4FD9-B106-36CCBFC731D5}" srcOrd="3" destOrd="0" presId="urn:microsoft.com/office/officeart/2016/7/layout/BasicTimeline"/>
    <dgm:cxn modelId="{EAD749B9-D95B-4750-8967-6977142F9E0C}"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85195"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rgbClr val="FC7840"/>
              </a:solidFill>
              <a:latin typeface="+mn-lt"/>
            </a:rPr>
            <a:t>1</a:t>
          </a:r>
        </a:p>
      </dsp:txBody>
      <dsp:txXfrm>
        <a:off x="185195" y="2027215"/>
        <a:ext cx="2679725" cy="426583"/>
      </dsp:txXfrm>
    </dsp:sp>
    <dsp:sp modelId="{BA29120C-7C6B-4F62-9079-4AD528BC0744}">
      <dsp:nvSpPr>
        <dsp:cNvPr id="0" name=""/>
        <dsp:cNvSpPr/>
      </dsp:nvSpPr>
      <dsp:spPr>
        <a:xfrm>
          <a:off x="2486"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Device data changes</a:t>
          </a:r>
        </a:p>
      </dsp:txBody>
      <dsp:txXfrm>
        <a:off x="33906" y="558042"/>
        <a:ext cx="2982302" cy="580810"/>
      </dsp:txXfrm>
    </dsp:sp>
    <dsp:sp modelId="{A95DB80B-444A-4D69-B205-3A801BB8524A}">
      <dsp:nvSpPr>
        <dsp:cNvPr id="0" name=""/>
        <dsp:cNvSpPr/>
      </dsp:nvSpPr>
      <dsp:spPr>
        <a:xfrm>
          <a:off x="1525057"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951377"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2</a:t>
          </a:r>
        </a:p>
      </dsp:txBody>
      <dsp:txXfrm>
        <a:off x="1951377" y="1321276"/>
        <a:ext cx="2679725" cy="426583"/>
      </dsp:txXfrm>
    </dsp:sp>
    <dsp:sp modelId="{FA19A0AA-8B0B-4AA8-A80D-08CFFDD3F112}">
      <dsp:nvSpPr>
        <dsp:cNvPr id="0" name=""/>
        <dsp:cNvSpPr/>
      </dsp:nvSpPr>
      <dsp:spPr>
        <a:xfrm>
          <a:off x="1496744"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768669"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Intune pulls in data</a:t>
          </a:r>
        </a:p>
      </dsp:txBody>
      <dsp:txXfrm>
        <a:off x="1800089" y="2636221"/>
        <a:ext cx="2982302" cy="580810"/>
      </dsp:txXfrm>
    </dsp:sp>
    <dsp:sp modelId="{DBD74D6B-057A-432C-9067-BF618C19EB2A}">
      <dsp:nvSpPr>
        <dsp:cNvPr id="0" name=""/>
        <dsp:cNvSpPr/>
      </dsp:nvSpPr>
      <dsp:spPr>
        <a:xfrm>
          <a:off x="3291240"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F783EC6-3A3C-4E21-9DBD-E2855AEC4B7F}">
      <dsp:nvSpPr>
        <dsp:cNvPr id="0" name=""/>
        <dsp:cNvSpPr/>
      </dsp:nvSpPr>
      <dsp:spPr>
        <a:xfrm>
          <a:off x="3717560"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latin typeface="+mn-lt"/>
            </a:rPr>
            <a:t> </a:t>
          </a:r>
          <a:r>
            <a:rPr lang="en-US" sz="1800" kern="1200" dirty="0">
              <a:solidFill>
                <a:srgbClr val="FC7840"/>
              </a:solidFill>
              <a:latin typeface="+mn-lt"/>
            </a:rPr>
            <a:t>3</a:t>
          </a:r>
        </a:p>
      </dsp:txBody>
      <dsp:txXfrm>
        <a:off x="3717560" y="2027215"/>
        <a:ext cx="2679725" cy="426583"/>
      </dsp:txXfrm>
    </dsp:sp>
    <dsp:sp modelId="{0F979253-FD39-4920-BFCA-78C564B167EA}">
      <dsp:nvSpPr>
        <dsp:cNvPr id="0" name=""/>
        <dsp:cNvSpPr/>
      </dsp:nvSpPr>
      <dsp:spPr>
        <a:xfrm>
          <a:off x="3262927"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B2FFAF-801A-47F3-9F96-35F9BB027ADE}">
      <dsp:nvSpPr>
        <dsp:cNvPr id="0" name=""/>
        <dsp:cNvSpPr/>
      </dsp:nvSpPr>
      <dsp:spPr>
        <a:xfrm>
          <a:off x="3534851"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You pull in data</a:t>
          </a:r>
        </a:p>
      </dsp:txBody>
      <dsp:txXfrm>
        <a:off x="3566271" y="558042"/>
        <a:ext cx="2982302" cy="580810"/>
      </dsp:txXfrm>
    </dsp:sp>
    <dsp:sp modelId="{40E0F625-6804-4CBA-AA95-152D6B93D8B5}">
      <dsp:nvSpPr>
        <dsp:cNvPr id="0" name=""/>
        <dsp:cNvSpPr/>
      </dsp:nvSpPr>
      <dsp:spPr>
        <a:xfrm>
          <a:off x="5057422"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5483742"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4</a:t>
          </a:r>
        </a:p>
      </dsp:txBody>
      <dsp:txXfrm>
        <a:off x="5483742" y="1321276"/>
        <a:ext cx="2679725" cy="426583"/>
      </dsp:txXfrm>
    </dsp:sp>
    <dsp:sp modelId="{39ED14C5-2DAB-4A88-8492-27A3D0C88CD5}">
      <dsp:nvSpPr>
        <dsp:cNvPr id="0" name=""/>
        <dsp:cNvSpPr/>
      </dsp:nvSpPr>
      <dsp:spPr>
        <a:xfrm>
          <a:off x="5029109"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5301034"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Process data &amp; fire alerts</a:t>
          </a:r>
        </a:p>
      </dsp:txBody>
      <dsp:txXfrm>
        <a:off x="5332454" y="2636221"/>
        <a:ext cx="2982302" cy="580810"/>
      </dsp:txXfrm>
    </dsp:sp>
    <dsp:sp modelId="{086FB9B1-82B2-4197-8B33-6E7FF94F8D2E}">
      <dsp:nvSpPr>
        <dsp:cNvPr id="0" name=""/>
        <dsp:cNvSpPr/>
      </dsp:nvSpPr>
      <dsp:spPr>
        <a:xfrm>
          <a:off x="6823605"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4/30/2026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4/30/2026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Individual data that can’t be linked manually in a meaningful way</a:t>
            </a:r>
          </a:p>
          <a:p>
            <a:r>
              <a:rPr lang="en-US" dirty="0"/>
              <a:t>Any useful information only exists in the built-in reports, but those need to be run &amp; downloaded manually</a:t>
            </a:r>
          </a:p>
          <a:p>
            <a:endParaRPr lang="en-US" dirty="0"/>
          </a:p>
          <a:p>
            <a:r>
              <a:rPr lang="en-US" dirty="0"/>
              <a:t>“Many nice-to-have things are missing from Intune, but we will focus today on these 2”</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25940-8FA7-A4A8-3703-B20EBE151C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0A2A5-7513-FFA1-C3A5-7E3E7916C5B1}"/>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49A7A9A4-E346-4E2E-27F1-FD58349FFE35}"/>
              </a:ext>
            </a:extLst>
          </p:cNvPr>
          <p:cNvSpPr>
            <a:spLocks noGrp="1"/>
          </p:cNvSpPr>
          <p:nvPr>
            <p:ph type="body" idx="1"/>
          </p:nvPr>
        </p:nvSpPr>
        <p:spPr>
          <a:xfrm>
            <a:off x="685800" y="4400550"/>
            <a:ext cx="5486400" cy="3600450"/>
          </a:xfrm>
          <a:prstGeom prst="rect">
            <a:avLst/>
          </a:prstGeom>
        </p:spPr>
        <p:txBody>
          <a:bodyPr/>
          <a:lstStyle/>
          <a:p>
            <a:r>
              <a:rPr lang="en-US" dirty="0"/>
              <a:t>even outside of Intune</a:t>
            </a:r>
          </a:p>
          <a:p>
            <a:r>
              <a:rPr lang="en-US" dirty="0"/>
              <a:t>- app registration secrets/certificates that will expire soon</a:t>
            </a:r>
          </a:p>
        </p:txBody>
      </p:sp>
      <p:sp>
        <p:nvSpPr>
          <p:cNvPr id="4" name="Slide Number Placeholder 3">
            <a:extLst>
              <a:ext uri="{FF2B5EF4-FFF2-40B4-BE49-F238E27FC236}">
                <a16:creationId xmlns:a16="http://schemas.microsoft.com/office/drawing/2014/main" id="{D15C099B-3CCA-8624-7393-C2FBFEC37BBD}"/>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4215212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8</a:t>
            </a:fld>
            <a:endParaRPr lang="en-US" dirty="0"/>
          </a:p>
        </p:txBody>
      </p:sp>
    </p:spTree>
    <p:extLst>
      <p:ext uri="{BB962C8B-B14F-4D97-AF65-F5344CB8AC3E}">
        <p14:creationId xmlns:p14="http://schemas.microsoft.com/office/powerpoint/2010/main" val="1848088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47394-418D-1D5E-FB17-BDE96C4DF0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C5E3D-F2EB-DC08-8DA1-E8FDB402C8AC}"/>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D9B06D98-28CE-737A-91F0-1D6A6ED9AD8C}"/>
              </a:ext>
            </a:extLst>
          </p:cNvPr>
          <p:cNvSpPr>
            <a:spLocks noGrp="1"/>
          </p:cNvSpPr>
          <p:nvPr>
            <p:ph type="body" idx="1"/>
          </p:nvPr>
        </p:nvSpPr>
        <p:spPr>
          <a:xfrm>
            <a:off x="685800" y="4400550"/>
            <a:ext cx="5486400" cy="3600450"/>
          </a:xfrm>
          <a:prstGeom prst="rect">
            <a:avLst/>
          </a:prstGeom>
        </p:spPr>
        <p:txBody>
          <a:bodyPr/>
          <a:lstStyle/>
          <a:p>
            <a:r>
              <a:rPr lang="en-US" dirty="0"/>
              <a:t>Intune portal uses the Graph API itself</a:t>
            </a:r>
          </a:p>
          <a:p>
            <a:endParaRPr lang="en-US" dirty="0"/>
          </a:p>
          <a:p>
            <a:r>
              <a:rPr lang="en-US" dirty="0"/>
              <a:t>This API is accessible, so this means anything on Intune, is accessible to you as raw data</a:t>
            </a:r>
          </a:p>
          <a:p>
            <a:endParaRPr lang="en-US" dirty="0"/>
          </a:p>
          <a:p>
            <a:r>
              <a:rPr lang="en-US" dirty="0"/>
              <a:t>An API also means AUTOMATION</a:t>
            </a:r>
          </a:p>
          <a:p>
            <a:r>
              <a:rPr lang="en-US" dirty="0"/>
              <a:t>We will use this to gather data &amp; then process it ourselves </a:t>
            </a:r>
          </a:p>
          <a:p>
            <a:endParaRPr lang="en-US" dirty="0"/>
          </a:p>
        </p:txBody>
      </p:sp>
      <p:sp>
        <p:nvSpPr>
          <p:cNvPr id="4" name="Slide Number Placeholder 3">
            <a:extLst>
              <a:ext uri="{FF2B5EF4-FFF2-40B4-BE49-F238E27FC236}">
                <a16:creationId xmlns:a16="http://schemas.microsoft.com/office/drawing/2014/main" id="{FADD12C1-F39B-7457-5D94-B2982FB212C6}"/>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3935007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a general rule!</a:t>
            </a:r>
          </a:p>
          <a:p>
            <a:r>
              <a:rPr lang="en-US" dirty="0"/>
              <a:t>Intune is not constantly monitoring enrolled devices (that would cost too many local resources)</a:t>
            </a:r>
          </a:p>
          <a:p>
            <a:pPr marL="171450" indent="-171450">
              <a:buFont typeface="Wingdings" panose="05000000000000000000" pitchFamily="2" charset="2"/>
              <a:buChar char="è"/>
            </a:pPr>
            <a:r>
              <a:rPr lang="en-US" dirty="0"/>
              <a:t>Intune is already behind on the current state of a device</a:t>
            </a:r>
          </a:p>
          <a:p>
            <a:pPr marL="171450" indent="-171450">
              <a:buFont typeface="Wingdings" panose="05000000000000000000" pitchFamily="2" charset="2"/>
              <a:buChar char="è"/>
            </a:pPr>
            <a:r>
              <a:rPr lang="en-US" dirty="0"/>
              <a:t>which means YOU are too</a:t>
            </a:r>
          </a:p>
          <a:p>
            <a:pPr marL="0" indent="0">
              <a:buFont typeface="Wingdings" panose="05000000000000000000" pitchFamily="2" charset="2"/>
              <a:buNone/>
            </a:pPr>
            <a:endParaRPr lang="en-US" dirty="0"/>
          </a:p>
          <a:p>
            <a:r>
              <a:rPr lang="en-US" dirty="0"/>
              <a:t>This is not a dealbreaker, but something to be aware of</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11</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142EA-B469-F068-007E-C5E8B137A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30E5F8-BEC3-7326-D8DF-8D0C87C12B18}"/>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01E53C61-7461-720F-9B4D-84C714C5A919}"/>
              </a:ext>
            </a:extLst>
          </p:cNvPr>
          <p:cNvSpPr>
            <a:spLocks noGrp="1"/>
          </p:cNvSpPr>
          <p:nvPr>
            <p:ph type="body" idx="1"/>
          </p:nvPr>
        </p:nvSpPr>
        <p:spPr>
          <a:xfrm>
            <a:off x="685800" y="4400550"/>
            <a:ext cx="5486400" cy="3600450"/>
          </a:xfrm>
          <a:prstGeom prst="rect">
            <a:avLst/>
          </a:prstGeom>
        </p:spPr>
        <p:txBody>
          <a:bodyPr/>
          <a:lstStyle/>
          <a:p>
            <a:r>
              <a:rPr lang="en-US" dirty="0"/>
              <a:t>Intune portal uses the Graph API itself</a:t>
            </a:r>
          </a:p>
          <a:p>
            <a:endParaRPr lang="en-US" dirty="0"/>
          </a:p>
          <a:p>
            <a:r>
              <a:rPr lang="en-US" dirty="0"/>
              <a:t>This API is accessible, so this means anything on Intune, is accessible to you as raw data</a:t>
            </a:r>
          </a:p>
          <a:p>
            <a:endParaRPr lang="en-US" dirty="0"/>
          </a:p>
          <a:p>
            <a:r>
              <a:rPr lang="en-US" dirty="0"/>
              <a:t>An API also means AUTOMATION</a:t>
            </a:r>
          </a:p>
          <a:p>
            <a:r>
              <a:rPr lang="en-US" dirty="0"/>
              <a:t>We will use this to gather data &amp; then process it ourselves </a:t>
            </a:r>
          </a:p>
          <a:p>
            <a:endParaRPr lang="en-US" dirty="0"/>
          </a:p>
        </p:txBody>
      </p:sp>
      <p:sp>
        <p:nvSpPr>
          <p:cNvPr id="4" name="Slide Number Placeholder 3">
            <a:extLst>
              <a:ext uri="{FF2B5EF4-FFF2-40B4-BE49-F238E27FC236}">
                <a16:creationId xmlns:a16="http://schemas.microsoft.com/office/drawing/2014/main" id="{AA95D0EA-2FA8-925A-F309-A4BDC0E143D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1717425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an app registration isn’t too difficult, but the challenge is knowing which accesses are needed</a:t>
            </a:r>
          </a:p>
          <a:p>
            <a:r>
              <a:rPr lang="en-US" dirty="0"/>
              <a:t>Graph API permissions are listed in Entra ID, but aren’t always clear what they mean</a:t>
            </a:r>
          </a:p>
          <a:p>
            <a:pPr marL="171450" indent="-171450">
              <a:buFont typeface="Wingdings" panose="05000000000000000000" pitchFamily="2" charset="2"/>
              <a:buChar char="è"/>
            </a:pPr>
            <a:r>
              <a:rPr lang="en-US" dirty="0"/>
              <a:t>documented Graph API calls show which permissions are needed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Quick explanation of difference between ‘v1.0’ &amp; ‘beta’</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need to think about Authentication methods:</a:t>
            </a:r>
          </a:p>
          <a:p>
            <a:pPr marL="171450" indent="-171450">
              <a:buFontTx/>
              <a:buChar char="-"/>
            </a:pPr>
            <a:r>
              <a:rPr lang="en-US" dirty="0"/>
              <a:t>client secret (probably easiest)</a:t>
            </a:r>
          </a:p>
          <a:p>
            <a:pPr marL="171450" indent="-171450">
              <a:buFontTx/>
              <a:buChar char="-"/>
            </a:pPr>
            <a:r>
              <a:rPr lang="en-US" dirty="0"/>
              <a:t>delegated (not desirable for automation)</a:t>
            </a:r>
          </a:p>
          <a:p>
            <a:pPr marL="171450" indent="-171450">
              <a:buFontTx/>
              <a:buChar char="-"/>
            </a:pPr>
            <a:r>
              <a:rPr lang="en-US" dirty="0"/>
              <a:t>using certificates</a:t>
            </a:r>
          </a:p>
          <a:p>
            <a:pPr marL="0" indent="0">
              <a:buFont typeface="Wingdings" panose="05000000000000000000" pitchFamily="2" charset="2"/>
              <a:buNone/>
            </a:pPr>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14</a:t>
            </a:fld>
            <a:endParaRPr lang="en-US" dirty="0"/>
          </a:p>
        </p:txBody>
      </p:sp>
    </p:spTree>
    <p:extLst>
      <p:ext uri="{BB962C8B-B14F-4D97-AF65-F5344CB8AC3E}">
        <p14:creationId xmlns:p14="http://schemas.microsoft.com/office/powerpoint/2010/main" val="1816991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25807-25D5-1969-17C3-EE7CA0DF4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3ED6C6-EFB8-18A0-CA8F-5E53F8F0C32F}"/>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41554F16-9E2F-0226-4ED7-A6B8ACF8531A}"/>
              </a:ext>
            </a:extLst>
          </p:cNvPr>
          <p:cNvSpPr>
            <a:spLocks noGrp="1"/>
          </p:cNvSpPr>
          <p:nvPr>
            <p:ph type="body" idx="1"/>
          </p:nvPr>
        </p:nvSpPr>
        <p:spPr>
          <a:xfrm>
            <a:off x="685800" y="4400550"/>
            <a:ext cx="5486400" cy="3600450"/>
          </a:xfrm>
          <a:prstGeom prst="rect">
            <a:avLst/>
          </a:prstGeom>
        </p:spPr>
        <p:txBody>
          <a:bodyPr/>
          <a:lstStyle/>
          <a:p>
            <a:r>
              <a:rPr lang="en-US" dirty="0"/>
              <a:t>Python or PowerShell</a:t>
            </a:r>
          </a:p>
          <a:p>
            <a:r>
              <a:rPr lang="en-US" dirty="0"/>
              <a:t>Personally I use PowerShell a lot</a:t>
            </a:r>
          </a:p>
          <a:p>
            <a:r>
              <a:rPr lang="en-US" dirty="0"/>
              <a:t>Works very well for complex objects and has the </a:t>
            </a:r>
            <a:r>
              <a:rPr lang="en-US" dirty="0" err="1"/>
              <a:t>Microsoft.Graph.Authentication</a:t>
            </a:r>
            <a:r>
              <a:rPr lang="en-US" dirty="0"/>
              <a:t> module for easy authentication &amp; built-in error handling</a:t>
            </a:r>
          </a:p>
          <a:p>
            <a:r>
              <a:rPr lang="en-US" dirty="0"/>
              <a:t>(I don’t use it in my actual scripts, but it does good. Instead I use custom methods with manual HTTP requests)</a:t>
            </a:r>
          </a:p>
          <a:p>
            <a:endParaRPr lang="en-US" dirty="0"/>
          </a:p>
          <a:p>
            <a:r>
              <a:rPr lang="en-US" dirty="0"/>
              <a:t>automation account will run into memory issues very fast</a:t>
            </a:r>
          </a:p>
          <a:p>
            <a:r>
              <a:rPr lang="en-US" dirty="0"/>
              <a:t>only has limited memory for scripts and no easy way to increase it</a:t>
            </a:r>
          </a:p>
          <a:p>
            <a:endParaRPr lang="en-US" dirty="0"/>
          </a:p>
          <a:p>
            <a:r>
              <a:rPr lang="en-US" dirty="0"/>
              <a:t>Azure Functions can be scheduled + options for better memory</a:t>
            </a:r>
          </a:p>
          <a:p>
            <a:endParaRPr lang="en-US" dirty="0"/>
          </a:p>
          <a:p>
            <a:r>
              <a:rPr lang="en-US" dirty="0"/>
              <a:t>Something like Ansible is probably overkill for this</a:t>
            </a:r>
          </a:p>
          <a:p>
            <a:endParaRPr lang="en-US" dirty="0"/>
          </a:p>
          <a:p>
            <a:r>
              <a:rPr lang="en-US" dirty="0"/>
              <a:t>For low scale, quick fix solutions </a:t>
            </a:r>
            <a:r>
              <a:rPr lang="en-US" dirty="0">
                <a:sym typeface="Wingdings" panose="05000000000000000000" pitchFamily="2" charset="2"/>
              </a:rPr>
              <a:t> the task scheduler on a server can also work (not recommended for business critical stuff)</a:t>
            </a:r>
            <a:endParaRPr lang="en-US" dirty="0"/>
          </a:p>
        </p:txBody>
      </p:sp>
      <p:sp>
        <p:nvSpPr>
          <p:cNvPr id="4" name="Slide Number Placeholder 3">
            <a:extLst>
              <a:ext uri="{FF2B5EF4-FFF2-40B4-BE49-F238E27FC236}">
                <a16:creationId xmlns:a16="http://schemas.microsoft.com/office/drawing/2014/main" id="{52765D66-34DF-AB6E-226F-BEBF22E19E4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15</a:t>
            </a:fld>
            <a:endParaRPr lang="en-US" altLang="zh-CN" noProof="0" dirty="0"/>
          </a:p>
        </p:txBody>
      </p:sp>
    </p:spTree>
    <p:extLst>
      <p:ext uri="{BB962C8B-B14F-4D97-AF65-F5344CB8AC3E}">
        <p14:creationId xmlns:p14="http://schemas.microsoft.com/office/powerpoint/2010/main" val="4260189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84E92-9BE6-8E63-7F93-128126B3B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CBED4-2AD5-31AD-4276-080A2A1EFD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245B1-FB6C-F0A8-B68C-00236F6833DA}"/>
              </a:ext>
            </a:extLst>
          </p:cNvPr>
          <p:cNvSpPr>
            <a:spLocks noGrp="1"/>
          </p:cNvSpPr>
          <p:nvPr>
            <p:ph type="body" idx="1"/>
          </p:nvPr>
        </p:nvSpPr>
        <p:spPr/>
        <p:txBody>
          <a:bodyPr/>
          <a:lstStyle/>
          <a:p>
            <a:r>
              <a:rPr lang="en-US" dirty="0"/>
              <a:t>Alert rules work well with the Log Analytics Workspace</a:t>
            </a:r>
          </a:p>
          <a:p>
            <a:pPr marL="171450" indent="-171450">
              <a:buFont typeface="Wingdings" panose="05000000000000000000" pitchFamily="2" charset="2"/>
              <a:buChar char="è"/>
            </a:pPr>
            <a:r>
              <a:rPr lang="en-US" dirty="0"/>
              <a:t>You can set up a query on the LAW for the alert rule and fire alerts based on the results</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Workbooks provide the option for custom reports that can pull straight from a Log Analytics Workspace</a:t>
            </a:r>
          </a:p>
        </p:txBody>
      </p:sp>
      <p:sp>
        <p:nvSpPr>
          <p:cNvPr id="4" name="Slide Number Placeholder 3">
            <a:extLst>
              <a:ext uri="{FF2B5EF4-FFF2-40B4-BE49-F238E27FC236}">
                <a16:creationId xmlns:a16="http://schemas.microsoft.com/office/drawing/2014/main" id="{45DC00C0-8A21-526A-EE3C-A41356EF6DE7}"/>
              </a:ext>
            </a:extLst>
          </p:cNvPr>
          <p:cNvSpPr>
            <a:spLocks noGrp="1"/>
          </p:cNvSpPr>
          <p:nvPr>
            <p:ph type="sldNum" sz="quarter" idx="5"/>
          </p:nvPr>
        </p:nvSpPr>
        <p:spPr/>
        <p:txBody>
          <a:bodyPr/>
          <a:lstStyle/>
          <a:p>
            <a:fld id="{D060679C-80C7-4E7D-9614-ABA41C5B2858}" type="slidenum">
              <a:rPr lang="en-US" smtClean="0"/>
              <a:t>16</a:t>
            </a:fld>
            <a:endParaRPr lang="en-US" dirty="0"/>
          </a:p>
        </p:txBody>
      </p:sp>
    </p:spTree>
    <p:extLst>
      <p:ext uri="{BB962C8B-B14F-4D97-AF65-F5344CB8AC3E}">
        <p14:creationId xmlns:p14="http://schemas.microsoft.com/office/powerpoint/2010/main" val="3080542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18</a:t>
            </a:fld>
            <a:endParaRPr lang="en-US" dirty="0"/>
          </a:p>
        </p:txBody>
      </p:sp>
    </p:spTree>
    <p:extLst>
      <p:ext uri="{BB962C8B-B14F-4D97-AF65-F5344CB8AC3E}">
        <p14:creationId xmlns:p14="http://schemas.microsoft.com/office/powerpoint/2010/main" val="386709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storing the data</a:t>
            </a:r>
          </a:p>
          <a:p>
            <a:endParaRPr lang="en-US" dirty="0"/>
          </a:p>
          <a:p>
            <a:r>
              <a:rPr lang="en-US" dirty="0"/>
              <a:t>Quicker to set up</a:t>
            </a:r>
          </a:p>
          <a:p>
            <a:endParaRPr lang="en-US" dirty="0"/>
          </a:p>
          <a:p>
            <a:r>
              <a:rPr lang="en-US" dirty="0"/>
              <a:t>Less scalable because all logic happens in script which can get unorganized fast!</a:t>
            </a:r>
          </a:p>
        </p:txBody>
      </p:sp>
      <p:sp>
        <p:nvSpPr>
          <p:cNvPr id="4" name="Slide Number Placeholder 3"/>
          <p:cNvSpPr>
            <a:spLocks noGrp="1"/>
          </p:cNvSpPr>
          <p:nvPr>
            <p:ph type="sldNum" sz="quarter" idx="5"/>
          </p:nvPr>
        </p:nvSpPr>
        <p:spPr/>
        <p:txBody>
          <a:bodyPr/>
          <a:lstStyle/>
          <a:p>
            <a:fld id="{D060679C-80C7-4E7D-9614-ABA41C5B2858}" type="slidenum">
              <a:rPr lang="en-US" smtClean="0"/>
              <a:t>19</a:t>
            </a:fld>
            <a:endParaRPr lang="en-US" dirty="0"/>
          </a:p>
        </p:txBody>
      </p:sp>
    </p:spTree>
    <p:extLst>
      <p:ext uri="{BB962C8B-B14F-4D97-AF65-F5344CB8AC3E}">
        <p14:creationId xmlns:p14="http://schemas.microsoft.com/office/powerpoint/2010/main" val="3165485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These slides &amp; some resources are available on my GitHub</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20</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69" r:id="rId4"/>
    <p:sldLayoutId id="2147483655" r:id="rId5"/>
    <p:sldLayoutId id="2147483651" r:id="rId6"/>
    <p:sldLayoutId id="2147483662" r:id="rId7"/>
    <p:sldLayoutId id="2147483653" r:id="rId8"/>
    <p:sldLayoutId id="2147483663" r:id="rId9"/>
    <p:sldLayoutId id="2147483665" r:id="rId10"/>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graph/api/overview?view=graph-rest-1.0"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learn.microsoft.com/en-us/graph/api/overview?view=graph-rest-1.0" TargetMode="External"/><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linkedin.com/in/sebastiaan-de-wolf"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hyperlink" Target="https://github.com/sealionforever/sess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Intune Alerting:</a:t>
            </a:r>
            <a:br>
              <a:rPr lang="en-US" altLang="zh-CN" dirty="0"/>
            </a:br>
            <a:r>
              <a:rPr lang="en-US" altLang="zh-CN" dirty="0"/>
              <a:t>dream</a:t>
            </a:r>
            <a:br>
              <a:rPr lang="en-US" altLang="zh-CN" dirty="0"/>
            </a:br>
            <a:r>
              <a:rPr lang="en-US" altLang="zh-CN" dirty="0"/>
              <a:t>or reality?</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by Sebastiaan de Wolf</a:t>
            </a:r>
          </a:p>
          <a:p>
            <a:r>
              <a:rPr lang="en-US" dirty="0"/>
              <a:t>2026</a:t>
            </a:r>
          </a:p>
        </p:txBody>
      </p:sp>
      <p:pic>
        <p:nvPicPr>
          <p:cNvPr id="20" name="Picture Placeholder 19">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6522" r="6522"/>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altLang="zh-CN" dirty="0"/>
              <a:t>Who am I?</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lstStyle/>
          <a:p>
            <a:r>
              <a:rPr lang="en-US" dirty="0"/>
              <a:t>Sebastiaan de Wolf</a:t>
            </a:r>
          </a:p>
          <a:p>
            <a:r>
              <a:rPr lang="en-US" dirty="0"/>
              <a:t>Automation Engineer @ </a:t>
            </a:r>
            <a:r>
              <a:rPr lang="en-US" dirty="0" err="1"/>
              <a:t>Arxus</a:t>
            </a:r>
            <a:endParaRPr lang="en-US" dirty="0"/>
          </a:p>
          <a:p>
            <a:r>
              <a:rPr lang="en-US" dirty="0"/>
              <a:t>M365 &amp; Azure background</a:t>
            </a:r>
          </a:p>
        </p:txBody>
      </p:sp>
      <p:pic>
        <p:nvPicPr>
          <p:cNvPr id="12" name="Picture Placeholder 11">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2997" r="2997"/>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775548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What is available?</a:t>
            </a:r>
          </a:p>
          <a:p>
            <a:r>
              <a:rPr lang="en-US" dirty="0"/>
              <a:t>What is possible?</a:t>
            </a:r>
          </a:p>
          <a:p>
            <a:r>
              <a:rPr lang="en-US" dirty="0"/>
              <a:t>What do you need?</a:t>
            </a:r>
          </a:p>
          <a:p>
            <a:r>
              <a:rPr lang="en-US" dirty="0"/>
              <a:t>What does a possible finished flow look like?</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3</a:t>
            </a:fld>
            <a:endParaRPr lang="en-US" altLang="zh-CN" noProof="0" dirty="0"/>
          </a:p>
        </p:txBody>
      </p:sp>
    </p:spTree>
    <p:extLst>
      <p:ext uri="{BB962C8B-B14F-4D97-AF65-F5344CB8AC3E}">
        <p14:creationId xmlns:p14="http://schemas.microsoft.com/office/powerpoint/2010/main" val="14850807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46213-E076-2078-462F-5D573036220F}"/>
              </a:ext>
            </a:extLst>
          </p:cNvPr>
          <p:cNvSpPr>
            <a:spLocks noGrp="1"/>
          </p:cNvSpPr>
          <p:nvPr>
            <p:ph type="title"/>
          </p:nvPr>
        </p:nvSpPr>
        <p:spPr/>
        <p:txBody>
          <a:bodyPr/>
          <a:lstStyle/>
          <a:p>
            <a:r>
              <a:rPr lang="en-US" dirty="0"/>
              <a:t>What is available?</a:t>
            </a:r>
          </a:p>
        </p:txBody>
      </p:sp>
      <p:pic>
        <p:nvPicPr>
          <p:cNvPr id="13" name="Picture 12">
            <a:extLst>
              <a:ext uri="{FF2B5EF4-FFF2-40B4-BE49-F238E27FC236}">
                <a16:creationId xmlns:a16="http://schemas.microsoft.com/office/drawing/2014/main" id="{8A5DB4A6-9C00-6342-BAC0-26588B249A49}"/>
              </a:ext>
            </a:extLst>
          </p:cNvPr>
          <p:cNvPicPr>
            <a:picLocks noChangeAspect="1"/>
          </p:cNvPicPr>
          <p:nvPr/>
        </p:nvPicPr>
        <p:blipFill>
          <a:blip r:embed="rId2"/>
          <a:stretch>
            <a:fillRect/>
          </a:stretch>
        </p:blipFill>
        <p:spPr>
          <a:xfrm>
            <a:off x="1524000" y="1496631"/>
            <a:ext cx="3957491" cy="3864737"/>
          </a:xfrm>
          <a:prstGeom prst="rect">
            <a:avLst/>
          </a:prstGeom>
        </p:spPr>
      </p:pic>
    </p:spTree>
    <p:extLst>
      <p:ext uri="{BB962C8B-B14F-4D97-AF65-F5344CB8AC3E}">
        <p14:creationId xmlns:p14="http://schemas.microsoft.com/office/powerpoint/2010/main" val="1294703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7132320" cy="1773936"/>
          </a:xfrm>
        </p:spPr>
        <p:txBody>
          <a:bodyPr/>
          <a:lstStyle/>
          <a:p>
            <a:r>
              <a:rPr lang="en-US" dirty="0"/>
              <a:t>Intune</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400" y="3108960"/>
            <a:ext cx="3291840" cy="2651760"/>
          </a:xfrm>
        </p:spPr>
        <p:txBody>
          <a:bodyPr/>
          <a:lstStyle/>
          <a:p>
            <a:r>
              <a:rPr lang="en-US" dirty="0"/>
              <a:t>What does it have?</a:t>
            </a:r>
          </a:p>
          <a:p>
            <a:pPr marL="285750" indent="-285750">
              <a:buFont typeface="Arial" panose="020B0604020202020204" pitchFamily="34" charset="0"/>
              <a:buChar char="•"/>
            </a:pPr>
            <a:r>
              <a:rPr lang="en-US" dirty="0"/>
              <a:t>Devices</a:t>
            </a:r>
          </a:p>
          <a:p>
            <a:pPr marL="285750" indent="-285750">
              <a:buFont typeface="Arial" panose="020B0604020202020204" pitchFamily="34" charset="0"/>
              <a:buChar char="•"/>
            </a:pPr>
            <a:r>
              <a:rPr lang="en-US" dirty="0"/>
              <a:t>Applications</a:t>
            </a:r>
          </a:p>
          <a:p>
            <a:pPr marL="285750" indent="-285750">
              <a:buFont typeface="Arial" panose="020B0604020202020204" pitchFamily="34" charset="0"/>
              <a:buChar char="•"/>
            </a:pPr>
            <a:r>
              <a:rPr lang="en-US" dirty="0"/>
              <a:t>Policies</a:t>
            </a:r>
          </a:p>
          <a:p>
            <a:pPr marL="285750" indent="-285750">
              <a:buFont typeface="Arial" panose="020B0604020202020204" pitchFamily="34" charset="0"/>
              <a:buChar char="•"/>
            </a:pPr>
            <a:r>
              <a:rPr lang="en-US" dirty="0"/>
              <a:t>Built-in reports</a:t>
            </a:r>
          </a:p>
          <a:p>
            <a:pPr marL="285750" indent="-285750">
              <a:buFont typeface="Arial" panose="020B0604020202020204" pitchFamily="34" charset="0"/>
              <a:buChar char="•"/>
            </a:pPr>
            <a:r>
              <a:rPr lang="en-US" dirty="0"/>
              <a:t>...</a:t>
            </a:r>
          </a:p>
        </p:txBody>
      </p:sp>
      <p:sp>
        <p:nvSpPr>
          <p:cNvPr id="44" name="Text Placeholder 43">
            <a:extLst>
              <a:ext uri="{FF2B5EF4-FFF2-40B4-BE49-F238E27FC236}">
                <a16:creationId xmlns:a16="http://schemas.microsoft.com/office/drawing/2014/main" id="{78466807-A2DA-EC5D-ACDE-B83D6F7169EA}"/>
              </a:ext>
            </a:extLst>
          </p:cNvPr>
          <p:cNvSpPr>
            <a:spLocks noGrp="1"/>
          </p:cNvSpPr>
          <p:nvPr>
            <p:ph idx="56"/>
          </p:nvPr>
        </p:nvSpPr>
        <p:spPr>
          <a:xfrm>
            <a:off x="4754880" y="3108960"/>
            <a:ext cx="3291840" cy="2651760"/>
          </a:xfrm>
        </p:spPr>
        <p:txBody>
          <a:bodyPr/>
          <a:lstStyle/>
          <a:p>
            <a:r>
              <a:rPr lang="en-US" dirty="0"/>
              <a:t>What is missing?</a:t>
            </a:r>
          </a:p>
          <a:p>
            <a:pPr marL="285750" indent="-285750">
              <a:buFont typeface="Arial" panose="020B0604020202020204" pitchFamily="34" charset="0"/>
              <a:buChar char="•"/>
            </a:pPr>
            <a:r>
              <a:rPr lang="en-US" dirty="0"/>
              <a:t>User-built reports</a:t>
            </a:r>
          </a:p>
          <a:p>
            <a:pPr marL="285750" indent="-285750">
              <a:buFont typeface="Arial" panose="020B0604020202020204" pitchFamily="34" charset="0"/>
              <a:buChar char="•"/>
            </a:pPr>
            <a:r>
              <a:rPr lang="en-US" dirty="0"/>
              <a:t>Custom alerts</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5</a:t>
            </a:fld>
            <a:endParaRPr lang="en-US" altLang="zh-CN" noProof="0" dirty="0"/>
          </a:p>
        </p:txBody>
      </p:sp>
    </p:spTree>
    <p:extLst>
      <p:ext uri="{BB962C8B-B14F-4D97-AF65-F5344CB8AC3E}">
        <p14:creationId xmlns:p14="http://schemas.microsoft.com/office/powerpoint/2010/main" val="41821480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animEffect transition="in" filter="fade">
                                      <p:cBhvr>
                                        <p:cTn id="7" dur="500"/>
                                        <p:tgtEl>
                                          <p:spTgt spid="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xEl>
                                              <p:pRg st="1" end="1"/>
                                            </p:txEl>
                                          </p:spTgt>
                                        </p:tgtEl>
                                        <p:attrNameLst>
                                          <p:attrName>style.visibility</p:attrName>
                                        </p:attrNameLst>
                                      </p:cBhvr>
                                      <p:to>
                                        <p:strVal val="visible"/>
                                      </p:to>
                                    </p:set>
                                    <p:animEffect transition="in" filter="fade">
                                      <p:cBhvr>
                                        <p:cTn id="12" dur="500"/>
                                        <p:tgtEl>
                                          <p:spTgt spid="43">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43">
                                            <p:txEl>
                                              <p:pRg st="2" end="2"/>
                                            </p:txEl>
                                          </p:spTgt>
                                        </p:tgtEl>
                                        <p:attrNameLst>
                                          <p:attrName>style.visibility</p:attrName>
                                        </p:attrNameLst>
                                      </p:cBhvr>
                                      <p:to>
                                        <p:strVal val="visible"/>
                                      </p:to>
                                    </p:set>
                                    <p:animEffect transition="in" filter="fade">
                                      <p:cBhvr>
                                        <p:cTn id="16" dur="500"/>
                                        <p:tgtEl>
                                          <p:spTgt spid="43">
                                            <p:txEl>
                                              <p:pRg st="2" end="2"/>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43">
                                            <p:txEl>
                                              <p:pRg st="3" end="3"/>
                                            </p:txEl>
                                          </p:spTgt>
                                        </p:tgtEl>
                                        <p:attrNameLst>
                                          <p:attrName>style.visibility</p:attrName>
                                        </p:attrNameLst>
                                      </p:cBhvr>
                                      <p:to>
                                        <p:strVal val="visible"/>
                                      </p:to>
                                    </p:set>
                                    <p:animEffect transition="in" filter="fade">
                                      <p:cBhvr>
                                        <p:cTn id="20" dur="500"/>
                                        <p:tgtEl>
                                          <p:spTgt spid="43">
                                            <p:txEl>
                                              <p:pRg st="3" end="3"/>
                                            </p:txEl>
                                          </p:spTgt>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43">
                                            <p:txEl>
                                              <p:pRg st="4" end="4"/>
                                            </p:txEl>
                                          </p:spTgt>
                                        </p:tgtEl>
                                        <p:attrNameLst>
                                          <p:attrName>style.visibility</p:attrName>
                                        </p:attrNameLst>
                                      </p:cBhvr>
                                      <p:to>
                                        <p:strVal val="visible"/>
                                      </p:to>
                                    </p:set>
                                    <p:animEffect transition="in" filter="fade">
                                      <p:cBhvr>
                                        <p:cTn id="24" dur="500"/>
                                        <p:tgtEl>
                                          <p:spTgt spid="43">
                                            <p:txEl>
                                              <p:pRg st="4" end="4"/>
                                            </p:txEl>
                                          </p:spTgt>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43">
                                            <p:txEl>
                                              <p:pRg st="5" end="5"/>
                                            </p:txEl>
                                          </p:spTgt>
                                        </p:tgtEl>
                                        <p:attrNameLst>
                                          <p:attrName>style.visibility</p:attrName>
                                        </p:attrNameLst>
                                      </p:cBhvr>
                                      <p:to>
                                        <p:strVal val="visible"/>
                                      </p:to>
                                    </p:set>
                                    <p:animEffect transition="in" filter="fade">
                                      <p:cBhvr>
                                        <p:cTn id="28" dur="500"/>
                                        <p:tgtEl>
                                          <p:spTgt spid="4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4">
                                            <p:txEl>
                                              <p:pRg st="0" end="0"/>
                                            </p:txEl>
                                          </p:spTgt>
                                        </p:tgtEl>
                                        <p:attrNameLst>
                                          <p:attrName>style.visibility</p:attrName>
                                        </p:attrNameLst>
                                      </p:cBhvr>
                                      <p:to>
                                        <p:strVal val="visible"/>
                                      </p:to>
                                    </p:set>
                                    <p:animEffect transition="in" filter="fade">
                                      <p:cBhvr>
                                        <p:cTn id="33" dur="500"/>
                                        <p:tgtEl>
                                          <p:spTgt spid="44">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4">
                                            <p:txEl>
                                              <p:pRg st="1" end="1"/>
                                            </p:txEl>
                                          </p:spTgt>
                                        </p:tgtEl>
                                        <p:attrNameLst>
                                          <p:attrName>style.visibility</p:attrName>
                                        </p:attrNameLst>
                                      </p:cBhvr>
                                      <p:to>
                                        <p:strVal val="visible"/>
                                      </p:to>
                                    </p:set>
                                    <p:animEffect transition="in" filter="fade">
                                      <p:cBhvr>
                                        <p:cTn id="38" dur="500"/>
                                        <p:tgtEl>
                                          <p:spTgt spid="44">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4">
                                            <p:txEl>
                                              <p:pRg st="2" end="2"/>
                                            </p:txEl>
                                          </p:spTgt>
                                        </p:tgtEl>
                                        <p:attrNameLst>
                                          <p:attrName>style.visibility</p:attrName>
                                        </p:attrNameLst>
                                      </p:cBhvr>
                                      <p:to>
                                        <p:strVal val="visible"/>
                                      </p:to>
                                    </p:set>
                                    <p:animEffect transition="in" filter="fade">
                                      <p:cBhvr>
                                        <p:cTn id="43" dur="500"/>
                                        <p:tgtEl>
                                          <p:spTgt spid="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00C85-1C47-C699-6D9E-9031DB3D31ED}"/>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BFE1E920-A164-3500-FA6C-594A5A3824D5}"/>
              </a:ext>
            </a:extLst>
          </p:cNvPr>
          <p:cNvSpPr>
            <a:spLocks noGrp="1"/>
          </p:cNvSpPr>
          <p:nvPr>
            <p:ph type="title"/>
          </p:nvPr>
        </p:nvSpPr>
        <p:spPr>
          <a:xfrm>
            <a:off x="914400" y="1060704"/>
            <a:ext cx="7132320" cy="1773936"/>
          </a:xfrm>
        </p:spPr>
        <p:txBody>
          <a:bodyPr/>
          <a:lstStyle/>
          <a:p>
            <a:r>
              <a:rPr lang="en-US" dirty="0"/>
              <a:t>Nice-to-have Examples</a:t>
            </a:r>
          </a:p>
        </p:txBody>
      </p:sp>
      <p:sp>
        <p:nvSpPr>
          <p:cNvPr id="43" name="Text Placeholder 42">
            <a:extLst>
              <a:ext uri="{FF2B5EF4-FFF2-40B4-BE49-F238E27FC236}">
                <a16:creationId xmlns:a16="http://schemas.microsoft.com/office/drawing/2014/main" id="{1900B769-71EE-9580-8486-C128EE4983C8}"/>
              </a:ext>
            </a:extLst>
          </p:cNvPr>
          <p:cNvSpPr>
            <a:spLocks noGrp="1"/>
          </p:cNvSpPr>
          <p:nvPr>
            <p:ph idx="1"/>
          </p:nvPr>
        </p:nvSpPr>
        <p:spPr>
          <a:xfrm>
            <a:off x="914399" y="3108960"/>
            <a:ext cx="7477933" cy="2651760"/>
          </a:xfrm>
        </p:spPr>
        <p:txBody>
          <a:bodyPr/>
          <a:lstStyle/>
          <a:p>
            <a:pPr marL="285750" indent="-285750">
              <a:buFont typeface="Arial" panose="020B0604020202020204" pitchFamily="34" charset="0"/>
              <a:buChar char="•"/>
            </a:pPr>
            <a:r>
              <a:rPr lang="en-US" dirty="0"/>
              <a:t>Noncompliant devices with offending rules in compliance policies</a:t>
            </a:r>
          </a:p>
          <a:p>
            <a:pPr marL="285750" indent="-285750">
              <a:buFont typeface="Arial" panose="020B0604020202020204" pitchFamily="34" charset="0"/>
              <a:buChar char="•"/>
            </a:pPr>
            <a:r>
              <a:rPr lang="en-US" dirty="0"/>
              <a:t>Not up-to-date devices</a:t>
            </a:r>
          </a:p>
          <a:p>
            <a:pPr marL="285750" indent="-285750">
              <a:buFont typeface="Arial" panose="020B0604020202020204" pitchFamily="34" charset="0"/>
              <a:buChar char="•"/>
            </a:pPr>
            <a:r>
              <a:rPr lang="en-US" dirty="0"/>
              <a:t>Empty configuration policies that haven’t been touched for a while</a:t>
            </a:r>
          </a:p>
          <a:p>
            <a:pPr marL="285750" indent="-285750">
              <a:buFont typeface="Arial" panose="020B0604020202020204" pitchFamily="34" charset="0"/>
              <a:buChar char="•"/>
            </a:pPr>
            <a:r>
              <a:rPr lang="en-US" dirty="0"/>
              <a:t>Historical device performance based on model</a:t>
            </a:r>
          </a:p>
          <a:p>
            <a:pPr marL="285750" indent="-285750">
              <a:buFont typeface="Arial" panose="020B0604020202020204" pitchFamily="34" charset="0"/>
              <a:buChar char="•"/>
            </a:pPr>
            <a:r>
              <a:rPr lang="en-US" dirty="0"/>
              <a:t>...</a:t>
            </a:r>
          </a:p>
        </p:txBody>
      </p:sp>
      <p:sp>
        <p:nvSpPr>
          <p:cNvPr id="11" name="Slide Number Placeholder 13">
            <a:extLst>
              <a:ext uri="{FF2B5EF4-FFF2-40B4-BE49-F238E27FC236}">
                <a16:creationId xmlns:a16="http://schemas.microsoft.com/office/drawing/2014/main" id="{A6BA1CD2-8B17-8E56-B6B6-8A622C24144B}"/>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4F77335C-B163-BB86-DEE5-0F7762F4A70C}"/>
              </a:ext>
            </a:extLst>
          </p:cNvPr>
          <p:cNvSpPr>
            <a:spLocks noGrp="1"/>
          </p:cNvSpPr>
          <p:nvPr>
            <p:ph type="sldNum" sz="quarter" idx="55"/>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7077816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animEffect transition="in" filter="fade">
                                      <p:cBhvr>
                                        <p:cTn id="7" dur="500"/>
                                        <p:tgtEl>
                                          <p:spTgt spid="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xEl>
                                              <p:pRg st="1" end="1"/>
                                            </p:txEl>
                                          </p:spTgt>
                                        </p:tgtEl>
                                        <p:attrNameLst>
                                          <p:attrName>style.visibility</p:attrName>
                                        </p:attrNameLst>
                                      </p:cBhvr>
                                      <p:to>
                                        <p:strVal val="visible"/>
                                      </p:to>
                                    </p:set>
                                    <p:animEffect transition="in" filter="fade">
                                      <p:cBhvr>
                                        <p:cTn id="12" dur="500"/>
                                        <p:tgtEl>
                                          <p:spTgt spid="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
                                            <p:txEl>
                                              <p:pRg st="2" end="2"/>
                                            </p:txEl>
                                          </p:spTgt>
                                        </p:tgtEl>
                                        <p:attrNameLst>
                                          <p:attrName>style.visibility</p:attrName>
                                        </p:attrNameLst>
                                      </p:cBhvr>
                                      <p:to>
                                        <p:strVal val="visible"/>
                                      </p:to>
                                    </p:set>
                                    <p:animEffect transition="in" filter="fade">
                                      <p:cBhvr>
                                        <p:cTn id="17" dur="500"/>
                                        <p:tgtEl>
                                          <p:spTgt spid="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
                                            <p:txEl>
                                              <p:pRg st="3" end="3"/>
                                            </p:txEl>
                                          </p:spTgt>
                                        </p:tgtEl>
                                        <p:attrNameLst>
                                          <p:attrName>style.visibility</p:attrName>
                                        </p:attrNameLst>
                                      </p:cBhvr>
                                      <p:to>
                                        <p:strVal val="visible"/>
                                      </p:to>
                                    </p:set>
                                    <p:animEffect transition="in" filter="fade">
                                      <p:cBhvr>
                                        <p:cTn id="22" dur="500"/>
                                        <p:tgtEl>
                                          <p:spTgt spid="43">
                                            <p:txEl>
                                              <p:pRg st="3" end="3"/>
                                            </p:txEl>
                                          </p:spTgt>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43">
                                            <p:txEl>
                                              <p:pRg st="4" end="4"/>
                                            </p:txEl>
                                          </p:spTgt>
                                        </p:tgtEl>
                                        <p:attrNameLst>
                                          <p:attrName>style.visibility</p:attrName>
                                        </p:attrNameLst>
                                      </p:cBhvr>
                                      <p:to>
                                        <p:strVal val="visible"/>
                                      </p:to>
                                    </p:set>
                                    <p:animEffect transition="in" filter="fade">
                                      <p:cBhvr>
                                        <p:cTn id="26" dur="500"/>
                                        <p:tgtEl>
                                          <p:spTgt spid="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1E599-7566-CA0B-D090-EDD9EB5C90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EEB30-652D-22E2-8E14-D10F9E878F77}"/>
              </a:ext>
            </a:extLst>
          </p:cNvPr>
          <p:cNvSpPr>
            <a:spLocks noGrp="1"/>
          </p:cNvSpPr>
          <p:nvPr>
            <p:ph type="title"/>
          </p:nvPr>
        </p:nvSpPr>
        <p:spPr/>
        <p:txBody>
          <a:bodyPr/>
          <a:lstStyle/>
          <a:p>
            <a:r>
              <a:rPr lang="en-US" dirty="0"/>
              <a:t>What is possible?</a:t>
            </a:r>
          </a:p>
        </p:txBody>
      </p:sp>
      <p:pic>
        <p:nvPicPr>
          <p:cNvPr id="13" name="Picture 12">
            <a:extLst>
              <a:ext uri="{FF2B5EF4-FFF2-40B4-BE49-F238E27FC236}">
                <a16:creationId xmlns:a16="http://schemas.microsoft.com/office/drawing/2014/main" id="{07C9220D-F8E3-C960-E68D-463C5CE3463B}"/>
              </a:ext>
            </a:extLst>
          </p:cNvPr>
          <p:cNvPicPr>
            <a:picLocks noChangeAspect="1"/>
          </p:cNvPicPr>
          <p:nvPr/>
        </p:nvPicPr>
        <p:blipFill>
          <a:blip r:embed="rId2"/>
          <a:stretch>
            <a:fillRect/>
          </a:stretch>
        </p:blipFill>
        <p:spPr>
          <a:xfrm>
            <a:off x="1524000" y="1496631"/>
            <a:ext cx="3957491" cy="3864737"/>
          </a:xfrm>
          <a:prstGeom prst="rect">
            <a:avLst/>
          </a:prstGeom>
        </p:spPr>
      </p:pic>
    </p:spTree>
    <p:extLst>
      <p:ext uri="{BB962C8B-B14F-4D97-AF65-F5344CB8AC3E}">
        <p14:creationId xmlns:p14="http://schemas.microsoft.com/office/powerpoint/2010/main" val="35889934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460FC-4AFD-3AF9-8092-C61BB05DF9FC}"/>
              </a:ext>
            </a:extLst>
          </p:cNvPr>
          <p:cNvSpPr>
            <a:spLocks noGrp="1"/>
          </p:cNvSpPr>
          <p:nvPr>
            <p:ph type="title"/>
          </p:nvPr>
        </p:nvSpPr>
        <p:spPr/>
        <p:txBody>
          <a:bodyPr/>
          <a:lstStyle/>
          <a:p>
            <a:r>
              <a:rPr lang="en-US" dirty="0"/>
              <a:t>We’ll do it ourselves</a:t>
            </a:r>
          </a:p>
        </p:txBody>
      </p:sp>
      <p:pic>
        <p:nvPicPr>
          <p:cNvPr id="8" name="Picture Placeholder 7">
            <a:extLst>
              <a:ext uri="{FF2B5EF4-FFF2-40B4-BE49-F238E27FC236}">
                <a16:creationId xmlns:a16="http://schemas.microsoft.com/office/drawing/2014/main" id="{3EE6F2E0-F549-9BA7-9BBC-C43B86F25608}"/>
              </a:ext>
            </a:extLst>
          </p:cNvPr>
          <p:cNvPicPr>
            <a:picLocks noGrp="1" noChangeAspect="1"/>
          </p:cNvPicPr>
          <p:nvPr>
            <p:ph type="pic" sz="quarter" idx="47"/>
          </p:nvPr>
        </p:nvPicPr>
        <p:blipFill>
          <a:blip r:embed="rId3"/>
          <a:srcRect l="5099" r="5099"/>
          <a:stretch>
            <a:fillRect/>
          </a:stretch>
        </p:blipFill>
        <p:spPr>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4" name="Text Placeholder 3">
            <a:extLst>
              <a:ext uri="{FF2B5EF4-FFF2-40B4-BE49-F238E27FC236}">
                <a16:creationId xmlns:a16="http://schemas.microsoft.com/office/drawing/2014/main" id="{CC99D698-96E8-A510-DD01-D16B0BDC24FC}"/>
              </a:ext>
            </a:extLst>
          </p:cNvPr>
          <p:cNvSpPr>
            <a:spLocks noGrp="1"/>
          </p:cNvSpPr>
          <p:nvPr>
            <p:ph type="body" sz="quarter" idx="28"/>
          </p:nvPr>
        </p:nvSpPr>
        <p:spPr/>
        <p:txBody>
          <a:bodyPr/>
          <a:lstStyle/>
          <a:p>
            <a:r>
              <a:rPr lang="en-US" dirty="0"/>
              <a:t>Since the tools on Intune are very limited...</a:t>
            </a:r>
          </a:p>
        </p:txBody>
      </p:sp>
    </p:spTree>
    <p:extLst>
      <p:ext uri="{BB962C8B-B14F-4D97-AF65-F5344CB8AC3E}">
        <p14:creationId xmlns:p14="http://schemas.microsoft.com/office/powerpoint/2010/main" val="29647047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E7B5-86E8-79D3-762D-4AD18F0DFAA6}"/>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574BB6FC-D6C0-12C0-B7F2-9B77004398AD}"/>
              </a:ext>
            </a:extLst>
          </p:cNvPr>
          <p:cNvSpPr>
            <a:spLocks noGrp="1"/>
          </p:cNvSpPr>
          <p:nvPr>
            <p:ph type="title"/>
          </p:nvPr>
        </p:nvSpPr>
        <p:spPr>
          <a:xfrm>
            <a:off x="914400" y="1060704"/>
            <a:ext cx="7132320" cy="1773936"/>
          </a:xfrm>
        </p:spPr>
        <p:txBody>
          <a:bodyPr/>
          <a:lstStyle/>
          <a:p>
            <a:r>
              <a:rPr lang="en-US" dirty="0"/>
              <a:t>Get data from Intune</a:t>
            </a:r>
            <a:br>
              <a:rPr lang="en-US" dirty="0"/>
            </a:br>
            <a:r>
              <a:rPr lang="en-US" dirty="0"/>
              <a:t>using the Graph API</a:t>
            </a:r>
          </a:p>
        </p:txBody>
      </p:sp>
      <p:sp>
        <p:nvSpPr>
          <p:cNvPr id="43" name="Text Placeholder 42">
            <a:extLst>
              <a:ext uri="{FF2B5EF4-FFF2-40B4-BE49-F238E27FC236}">
                <a16:creationId xmlns:a16="http://schemas.microsoft.com/office/drawing/2014/main" id="{555E56AD-F152-857C-78C9-48245A1EEC70}"/>
              </a:ext>
            </a:extLst>
          </p:cNvPr>
          <p:cNvSpPr>
            <a:spLocks noGrp="1"/>
          </p:cNvSpPr>
          <p:nvPr>
            <p:ph idx="1"/>
          </p:nvPr>
        </p:nvSpPr>
        <p:spPr>
          <a:xfrm>
            <a:off x="914399" y="3108960"/>
            <a:ext cx="6811505" cy="2651760"/>
          </a:xfrm>
        </p:spPr>
        <p:txBody>
          <a:bodyPr>
            <a:normAutofit lnSpcReduction="10000"/>
          </a:bodyPr>
          <a:lstStyle/>
          <a:p>
            <a:r>
              <a:rPr lang="en-US" dirty="0"/>
              <a:t>All data on the Intune portal </a:t>
            </a:r>
            <a:r>
              <a:rPr lang="en-US" dirty="0">
                <a:sym typeface="Wingdings" panose="05000000000000000000" pitchFamily="2" charset="2"/>
              </a:rPr>
              <a:t> comes from the Graph API</a:t>
            </a:r>
            <a:br>
              <a:rPr lang="en-US" dirty="0">
                <a:sym typeface="Wingdings" panose="05000000000000000000" pitchFamily="2" charset="2"/>
              </a:rPr>
            </a:br>
            <a:endParaRPr lang="en-US" dirty="0">
              <a:sym typeface="Wingdings" panose="05000000000000000000" pitchFamily="2" charset="2"/>
            </a:endParaRPr>
          </a:p>
          <a:p>
            <a:r>
              <a:rPr lang="en-US" dirty="0"/>
              <a:t>You can access this API yourself...</a:t>
            </a:r>
          </a:p>
          <a:p>
            <a:r>
              <a:rPr lang="en-US" dirty="0">
                <a:sym typeface="Wingdings" panose="05000000000000000000" pitchFamily="2" charset="2"/>
              </a:rPr>
              <a:t>Today!</a:t>
            </a:r>
          </a:p>
          <a:p>
            <a:r>
              <a:rPr lang="en-US" dirty="0">
                <a:sym typeface="Wingdings" panose="05000000000000000000" pitchFamily="2" charset="2"/>
              </a:rPr>
              <a:t>For free!</a:t>
            </a:r>
          </a:p>
          <a:p>
            <a:endParaRPr lang="en-US" dirty="0">
              <a:sym typeface="Wingdings" panose="05000000000000000000" pitchFamily="2" charset="2"/>
            </a:endParaRPr>
          </a:p>
          <a:p>
            <a:r>
              <a:rPr lang="en-US" dirty="0">
                <a:sym typeface="Wingdings" panose="05000000000000000000" pitchFamily="2" charset="2"/>
              </a:rPr>
              <a:t>Find documentation for this API </a:t>
            </a:r>
            <a:r>
              <a:rPr lang="en-US" dirty="0">
                <a:sym typeface="Wingdings" panose="05000000000000000000" pitchFamily="2" charset="2"/>
                <a:hlinkClick r:id="rId3"/>
              </a:rPr>
              <a:t>here</a:t>
            </a:r>
            <a:endParaRPr lang="en-US" dirty="0">
              <a:sym typeface="Wingdings" panose="05000000000000000000" pitchFamily="2" charset="2"/>
            </a:endParaRPr>
          </a:p>
        </p:txBody>
      </p:sp>
      <p:sp>
        <p:nvSpPr>
          <p:cNvPr id="11" name="Slide Number Placeholder 13">
            <a:extLst>
              <a:ext uri="{FF2B5EF4-FFF2-40B4-BE49-F238E27FC236}">
                <a16:creationId xmlns:a16="http://schemas.microsoft.com/office/drawing/2014/main" id="{07D853DF-F238-C67C-7935-1E8461DD4FEB}"/>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801809E4-E31F-3E04-8666-A74232027498}"/>
              </a:ext>
            </a:extLst>
          </p:cNvPr>
          <p:cNvSpPr>
            <a:spLocks noGrp="1"/>
          </p:cNvSpPr>
          <p:nvPr>
            <p:ph type="sldNum" sz="quarter" idx="55"/>
          </p:nvPr>
        </p:nvSpPr>
        <p:spPr/>
        <p:txBody>
          <a:bodyPr/>
          <a:lstStyle/>
          <a:p>
            <a:fld id="{47FEACEE-25B4-4A2D-B147-27296E36371D}" type="slidenum">
              <a:rPr lang="en-US" altLang="zh-CN" noProof="0" smtClean="0"/>
              <a:pPr/>
              <a:t>9</a:t>
            </a:fld>
            <a:endParaRPr lang="en-US" altLang="zh-CN" noProof="0" dirty="0"/>
          </a:p>
        </p:txBody>
      </p:sp>
    </p:spTree>
    <p:extLst>
      <p:ext uri="{BB962C8B-B14F-4D97-AF65-F5344CB8AC3E}">
        <p14:creationId xmlns:p14="http://schemas.microsoft.com/office/powerpoint/2010/main" val="18018646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animEffect transition="in" filter="fade">
                                      <p:cBhvr>
                                        <p:cTn id="7" dur="500"/>
                                        <p:tgtEl>
                                          <p:spTgt spid="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xEl>
                                              <p:pRg st="1" end="1"/>
                                            </p:txEl>
                                          </p:spTgt>
                                        </p:tgtEl>
                                        <p:attrNameLst>
                                          <p:attrName>style.visibility</p:attrName>
                                        </p:attrNameLst>
                                      </p:cBhvr>
                                      <p:to>
                                        <p:strVal val="visible"/>
                                      </p:to>
                                    </p:set>
                                    <p:animEffect transition="in" filter="fade">
                                      <p:cBhvr>
                                        <p:cTn id="12" dur="500"/>
                                        <p:tgtEl>
                                          <p:spTgt spid="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43">
                                            <p:txEl>
                                              <p:pRg st="2" end="2"/>
                                            </p:txEl>
                                          </p:spTgt>
                                        </p:tgtEl>
                                        <p:attrNameLst>
                                          <p:attrName>style.visibility</p:attrName>
                                        </p:attrNameLst>
                                      </p:cBhvr>
                                      <p:to>
                                        <p:strVal val="visible"/>
                                      </p:to>
                                    </p:set>
                                    <p:animEffect transition="in" filter="fade">
                                      <p:cBhvr>
                                        <p:cTn id="17" dur="1000"/>
                                        <p:tgtEl>
                                          <p:spTgt spid="43">
                                            <p:txEl>
                                              <p:pRg st="2" end="2"/>
                                            </p:txEl>
                                          </p:spTgt>
                                        </p:tgtEl>
                                      </p:cBhvr>
                                    </p:animEffect>
                                    <p:anim calcmode="lin" valueType="num">
                                      <p:cBhvr>
                                        <p:cTn id="18" dur="1000" fill="hold"/>
                                        <p:tgtEl>
                                          <p:spTgt spid="4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3">
                                            <p:txEl>
                                              <p:pRg st="2" end="2"/>
                                            </p:txEl>
                                          </p:spTgt>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nodeType="afterEffect">
                                  <p:stCondLst>
                                    <p:cond delay="0"/>
                                  </p:stCondLst>
                                  <p:childTnLst>
                                    <p:set>
                                      <p:cBhvr>
                                        <p:cTn id="22" dur="1" fill="hold">
                                          <p:stCondLst>
                                            <p:cond delay="0"/>
                                          </p:stCondLst>
                                        </p:cTn>
                                        <p:tgtEl>
                                          <p:spTgt spid="43">
                                            <p:txEl>
                                              <p:pRg st="3" end="3"/>
                                            </p:txEl>
                                          </p:spTgt>
                                        </p:tgtEl>
                                        <p:attrNameLst>
                                          <p:attrName>style.visibility</p:attrName>
                                        </p:attrNameLst>
                                      </p:cBhvr>
                                      <p:to>
                                        <p:strVal val="visible"/>
                                      </p:to>
                                    </p:set>
                                    <p:animEffect transition="in" filter="fade">
                                      <p:cBhvr>
                                        <p:cTn id="23" dur="1000"/>
                                        <p:tgtEl>
                                          <p:spTgt spid="43">
                                            <p:txEl>
                                              <p:pRg st="3" end="3"/>
                                            </p:txEl>
                                          </p:spTgt>
                                        </p:tgtEl>
                                      </p:cBhvr>
                                    </p:animEffect>
                                    <p:anim calcmode="lin" valueType="num">
                                      <p:cBhvr>
                                        <p:cTn id="24" dur="1000" fill="hold"/>
                                        <p:tgtEl>
                                          <p:spTgt spid="43">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43">
                                            <p:txEl>
                                              <p:pRg st="3" end="3"/>
                                            </p:txEl>
                                          </p:spTgt>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10" presetClass="entr" presetSubtype="0" fill="hold" nodeType="afterEffect">
                                  <p:stCondLst>
                                    <p:cond delay="0"/>
                                  </p:stCondLst>
                                  <p:childTnLst>
                                    <p:set>
                                      <p:cBhvr>
                                        <p:cTn id="28" dur="1" fill="hold">
                                          <p:stCondLst>
                                            <p:cond delay="0"/>
                                          </p:stCondLst>
                                        </p:cTn>
                                        <p:tgtEl>
                                          <p:spTgt spid="43">
                                            <p:txEl>
                                              <p:pRg st="5" end="5"/>
                                            </p:txEl>
                                          </p:spTgt>
                                        </p:tgtEl>
                                        <p:attrNameLst>
                                          <p:attrName>style.visibility</p:attrName>
                                        </p:attrNameLst>
                                      </p:cBhvr>
                                      <p:to>
                                        <p:strVal val="visible"/>
                                      </p:to>
                                    </p:set>
                                    <p:animEffect transition="in" filter="fade">
                                      <p:cBhvr>
                                        <p:cTn id="29" dur="500"/>
                                        <p:tgtEl>
                                          <p:spTgt spid="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AC469-2126-496E-88A4-FE71173DBEB3}"/>
              </a:ext>
            </a:extLst>
          </p:cNvPr>
          <p:cNvSpPr>
            <a:spLocks noGrp="1"/>
          </p:cNvSpPr>
          <p:nvPr>
            <p:ph type="title"/>
          </p:nvPr>
        </p:nvSpPr>
        <p:spPr/>
        <p:txBody>
          <a:bodyPr/>
          <a:lstStyle/>
          <a:p>
            <a:r>
              <a:rPr lang="en-US" dirty="0"/>
              <a:t>WATCH OUT !</a:t>
            </a:r>
          </a:p>
        </p:txBody>
      </p:sp>
      <p:sp>
        <p:nvSpPr>
          <p:cNvPr id="3" name="Text Placeholder 2">
            <a:extLst>
              <a:ext uri="{FF2B5EF4-FFF2-40B4-BE49-F238E27FC236}">
                <a16:creationId xmlns:a16="http://schemas.microsoft.com/office/drawing/2014/main" id="{56615D54-74D2-FBB4-8A3F-7BAD8AE0C4FB}"/>
              </a:ext>
            </a:extLst>
          </p:cNvPr>
          <p:cNvSpPr>
            <a:spLocks noGrp="1"/>
          </p:cNvSpPr>
          <p:nvPr>
            <p:ph type="body" sz="quarter" idx="28"/>
          </p:nvPr>
        </p:nvSpPr>
        <p:spPr/>
        <p:txBody>
          <a:bodyPr/>
          <a:lstStyle/>
          <a:p>
            <a:r>
              <a:rPr lang="en-US" dirty="0"/>
              <a:t>Data quality...</a:t>
            </a:r>
          </a:p>
        </p:txBody>
      </p:sp>
    </p:spTree>
    <p:extLst>
      <p:ext uri="{BB962C8B-B14F-4D97-AF65-F5344CB8AC3E}">
        <p14:creationId xmlns:p14="http://schemas.microsoft.com/office/powerpoint/2010/main" val="6135563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Data timeline</a:t>
            </a:r>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5852160" y="731520"/>
            <a:ext cx="5486400" cy="1737360"/>
          </a:xfrm>
        </p:spPr>
        <p:txBody>
          <a:bodyPr/>
          <a:lstStyle/>
          <a:p>
            <a:r>
              <a:rPr lang="en-US" dirty="0"/>
              <a:t>Intune is aware of any changes with some delay</a:t>
            </a:r>
          </a:p>
          <a:p>
            <a:r>
              <a:rPr lang="en-US" dirty="0"/>
              <a:t>The data you pull later is already delayed</a:t>
            </a:r>
          </a:p>
          <a:p>
            <a:pPr marL="0" indent="0">
              <a:buNone/>
            </a:pPr>
            <a:r>
              <a:rPr lang="en-US" dirty="0">
                <a:sym typeface="Wingdings" panose="05000000000000000000" pitchFamily="2" charset="2"/>
              </a:rPr>
              <a:t> </a:t>
            </a:r>
            <a:r>
              <a:rPr lang="en-US" dirty="0"/>
              <a:t>You are not up to date with the actual state of a device</a:t>
            </a:r>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3968203959"/>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11</a:t>
            </a:fld>
            <a:endParaRPr lang="en-US" altLang="zh-CN" noProof="0" dirty="0"/>
          </a:p>
        </p:txBody>
      </p:sp>
    </p:spTree>
    <p:extLst>
      <p:ext uri="{BB962C8B-B14F-4D97-AF65-F5344CB8AC3E}">
        <p14:creationId xmlns:p14="http://schemas.microsoft.com/office/powerpoint/2010/main" val="12460212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fade">
                                      <p:cBhvr>
                                        <p:cTn id="17" dur="500"/>
                                        <p:tgtEl>
                                          <p:spTgt spid="1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fade">
                                      <p:cBhvr>
                                        <p:cTn id="22"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57DAB-052B-B7DF-CADA-C0A80AD49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CD51A-40EA-6106-E1F7-4538A1F0DFE9}"/>
              </a:ext>
            </a:extLst>
          </p:cNvPr>
          <p:cNvSpPr>
            <a:spLocks noGrp="1"/>
          </p:cNvSpPr>
          <p:nvPr>
            <p:ph type="title"/>
          </p:nvPr>
        </p:nvSpPr>
        <p:spPr/>
        <p:txBody>
          <a:bodyPr/>
          <a:lstStyle/>
          <a:p>
            <a:r>
              <a:rPr lang="en-US" dirty="0"/>
              <a:t>What do you need?</a:t>
            </a:r>
          </a:p>
        </p:txBody>
      </p:sp>
      <p:pic>
        <p:nvPicPr>
          <p:cNvPr id="13" name="Picture 12">
            <a:extLst>
              <a:ext uri="{FF2B5EF4-FFF2-40B4-BE49-F238E27FC236}">
                <a16:creationId xmlns:a16="http://schemas.microsoft.com/office/drawing/2014/main" id="{BC8C76AA-5256-073E-A88D-50D85140C11D}"/>
              </a:ext>
            </a:extLst>
          </p:cNvPr>
          <p:cNvPicPr>
            <a:picLocks noChangeAspect="1"/>
          </p:cNvPicPr>
          <p:nvPr/>
        </p:nvPicPr>
        <p:blipFill>
          <a:blip r:embed="rId2"/>
          <a:stretch>
            <a:fillRect/>
          </a:stretch>
        </p:blipFill>
        <p:spPr>
          <a:xfrm>
            <a:off x="1524000" y="1496631"/>
            <a:ext cx="3957491" cy="3864737"/>
          </a:xfrm>
          <a:prstGeom prst="rect">
            <a:avLst/>
          </a:prstGeom>
        </p:spPr>
      </p:pic>
    </p:spTree>
    <p:extLst>
      <p:ext uri="{BB962C8B-B14F-4D97-AF65-F5344CB8AC3E}">
        <p14:creationId xmlns:p14="http://schemas.microsoft.com/office/powerpoint/2010/main" val="1706217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E8EB7-BCA1-0CBF-D59E-82A3B51E5007}"/>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177C3592-F9D5-A8BD-9949-8CB03DD0DD66}"/>
              </a:ext>
            </a:extLst>
          </p:cNvPr>
          <p:cNvSpPr>
            <a:spLocks noGrp="1"/>
          </p:cNvSpPr>
          <p:nvPr>
            <p:ph type="title"/>
          </p:nvPr>
        </p:nvSpPr>
        <p:spPr>
          <a:xfrm>
            <a:off x="914400" y="1060704"/>
            <a:ext cx="7132320" cy="1773936"/>
          </a:xfrm>
        </p:spPr>
        <p:txBody>
          <a:bodyPr/>
          <a:lstStyle/>
          <a:p>
            <a:r>
              <a:rPr lang="en-US" dirty="0"/>
              <a:t>Get data from Intune</a:t>
            </a:r>
            <a:br>
              <a:rPr lang="en-US" dirty="0"/>
            </a:br>
            <a:r>
              <a:rPr lang="en-US" dirty="0"/>
              <a:t>using the Graph API</a:t>
            </a:r>
          </a:p>
        </p:txBody>
      </p:sp>
      <p:sp>
        <p:nvSpPr>
          <p:cNvPr id="43" name="Text Placeholder 42">
            <a:extLst>
              <a:ext uri="{FF2B5EF4-FFF2-40B4-BE49-F238E27FC236}">
                <a16:creationId xmlns:a16="http://schemas.microsoft.com/office/drawing/2014/main" id="{8E9864C3-02E5-2E69-D72E-500549AEC2F3}"/>
              </a:ext>
            </a:extLst>
          </p:cNvPr>
          <p:cNvSpPr>
            <a:spLocks noGrp="1"/>
          </p:cNvSpPr>
          <p:nvPr>
            <p:ph idx="1"/>
          </p:nvPr>
        </p:nvSpPr>
        <p:spPr>
          <a:xfrm>
            <a:off x="914399" y="3108960"/>
            <a:ext cx="6811505" cy="2651760"/>
          </a:xfrm>
        </p:spPr>
        <p:txBody>
          <a:bodyPr>
            <a:normAutofit/>
          </a:bodyPr>
          <a:lstStyle/>
          <a:p>
            <a:pPr marL="285750" indent="-285750">
              <a:buFont typeface="Arial" panose="020B0604020202020204" pitchFamily="34" charset="0"/>
              <a:buChar char="•"/>
            </a:pPr>
            <a:r>
              <a:rPr lang="en-US" dirty="0"/>
              <a:t>An app registration to access the Graph API</a:t>
            </a:r>
          </a:p>
          <a:p>
            <a:pPr marL="285750" indent="-285750">
              <a:buFont typeface="Arial" panose="020B0604020202020204" pitchFamily="34" charset="0"/>
              <a:buChar char="•"/>
            </a:pPr>
            <a:r>
              <a:rPr lang="en-US" dirty="0">
                <a:sym typeface="Wingdings" panose="05000000000000000000" pitchFamily="2" charset="2"/>
              </a:rPr>
              <a:t>Somewhere to store &amp; process the data we pull in</a:t>
            </a:r>
          </a:p>
          <a:p>
            <a:pPr marL="285750" indent="-285750">
              <a:buFont typeface="Arial" panose="020B0604020202020204" pitchFamily="34" charset="0"/>
              <a:buChar char="•"/>
            </a:pPr>
            <a:r>
              <a:rPr lang="en-US" dirty="0">
                <a:sym typeface="Wingdings" panose="05000000000000000000" pitchFamily="2" charset="2"/>
              </a:rPr>
              <a:t>A way to manage our custom alerts &amp; reports</a:t>
            </a:r>
          </a:p>
        </p:txBody>
      </p:sp>
      <p:sp>
        <p:nvSpPr>
          <p:cNvPr id="11" name="Slide Number Placeholder 13">
            <a:extLst>
              <a:ext uri="{FF2B5EF4-FFF2-40B4-BE49-F238E27FC236}">
                <a16:creationId xmlns:a16="http://schemas.microsoft.com/office/drawing/2014/main" id="{16924A70-6645-0441-8F96-65E9D2844E97}"/>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199CAD1D-966E-B6AF-7693-ACA0E8F18CD9}"/>
              </a:ext>
            </a:extLst>
          </p:cNvPr>
          <p:cNvSpPr>
            <a:spLocks noGrp="1"/>
          </p:cNvSpPr>
          <p:nvPr>
            <p:ph type="sldNum" sz="quarter" idx="55"/>
          </p:nvPr>
        </p:nvSpPr>
        <p:spPr/>
        <p:txBody>
          <a:bodyPr/>
          <a:lstStyle/>
          <a:p>
            <a:fld id="{47FEACEE-25B4-4A2D-B147-27296E36371D}" type="slidenum">
              <a:rPr lang="en-US" altLang="zh-CN" noProof="0" smtClean="0"/>
              <a:pPr/>
              <a:t>13</a:t>
            </a:fld>
            <a:endParaRPr lang="en-US" altLang="zh-CN" noProof="0" dirty="0"/>
          </a:p>
        </p:txBody>
      </p:sp>
    </p:spTree>
    <p:extLst>
      <p:ext uri="{BB962C8B-B14F-4D97-AF65-F5344CB8AC3E}">
        <p14:creationId xmlns:p14="http://schemas.microsoft.com/office/powerpoint/2010/main" val="22035050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animEffect transition="in" filter="fade">
                                      <p:cBhvr>
                                        <p:cTn id="7" dur="500"/>
                                        <p:tgtEl>
                                          <p:spTgt spid="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xEl>
                                              <p:pRg st="1" end="1"/>
                                            </p:txEl>
                                          </p:spTgt>
                                        </p:tgtEl>
                                        <p:attrNameLst>
                                          <p:attrName>style.visibility</p:attrName>
                                        </p:attrNameLst>
                                      </p:cBhvr>
                                      <p:to>
                                        <p:strVal val="visible"/>
                                      </p:to>
                                    </p:set>
                                    <p:animEffect transition="in" filter="fade">
                                      <p:cBhvr>
                                        <p:cTn id="12" dur="500"/>
                                        <p:tgtEl>
                                          <p:spTgt spid="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
                                            <p:txEl>
                                              <p:pRg st="2" end="2"/>
                                            </p:txEl>
                                          </p:spTgt>
                                        </p:tgtEl>
                                        <p:attrNameLst>
                                          <p:attrName>style.visibility</p:attrName>
                                        </p:attrNameLst>
                                      </p:cBhvr>
                                      <p:to>
                                        <p:strVal val="visible"/>
                                      </p:to>
                                    </p:set>
                                    <p:animEffect transition="in" filter="fade">
                                      <p:cBhvr>
                                        <p:cTn id="17" dur="500"/>
                                        <p:tgtEl>
                                          <p:spTgt spid="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B06C6-E8CC-DBDA-FB20-5182F91E0D8B}"/>
              </a:ext>
            </a:extLst>
          </p:cNvPr>
          <p:cNvSpPr>
            <a:spLocks noGrp="1"/>
          </p:cNvSpPr>
          <p:nvPr>
            <p:ph type="title"/>
          </p:nvPr>
        </p:nvSpPr>
        <p:spPr/>
        <p:txBody>
          <a:bodyPr/>
          <a:lstStyle/>
          <a:p>
            <a:r>
              <a:rPr lang="en-US" dirty="0"/>
              <a:t>App Registration</a:t>
            </a:r>
          </a:p>
        </p:txBody>
      </p:sp>
      <p:sp>
        <p:nvSpPr>
          <p:cNvPr id="3" name="Content Placeholder 2">
            <a:extLst>
              <a:ext uri="{FF2B5EF4-FFF2-40B4-BE49-F238E27FC236}">
                <a16:creationId xmlns:a16="http://schemas.microsoft.com/office/drawing/2014/main" id="{3C6BDE65-B96B-EC51-0CAC-4D89AC594C96}"/>
              </a:ext>
            </a:extLst>
          </p:cNvPr>
          <p:cNvSpPr>
            <a:spLocks noGrp="1"/>
          </p:cNvSpPr>
          <p:nvPr>
            <p:ph idx="14"/>
          </p:nvPr>
        </p:nvSpPr>
        <p:spPr>
          <a:xfrm>
            <a:off x="3465576" y="3108960"/>
            <a:ext cx="7522722" cy="3108960"/>
          </a:xfrm>
        </p:spPr>
        <p:txBody>
          <a:bodyPr/>
          <a:lstStyle/>
          <a:p>
            <a:pPr>
              <a:buFont typeface="Arial" panose="020B0604020202020204" pitchFamily="34" charset="0"/>
              <a:buChar char="•"/>
            </a:pPr>
            <a:r>
              <a:rPr lang="en-US" dirty="0"/>
              <a:t>Create or reuse</a:t>
            </a:r>
          </a:p>
          <a:p>
            <a:pPr>
              <a:buFont typeface="Arial" panose="020B0604020202020204" pitchFamily="34" charset="0"/>
              <a:buChar char="•"/>
            </a:pPr>
            <a:r>
              <a:rPr lang="en-US" dirty="0"/>
              <a:t>Which Graph API permissions?</a:t>
            </a:r>
          </a:p>
          <a:p>
            <a:pPr lvl="1">
              <a:buFont typeface="Arial" panose="020B0604020202020204" pitchFamily="34" charset="0"/>
              <a:buChar char="•"/>
            </a:pPr>
            <a:r>
              <a:rPr lang="en-US" dirty="0">
                <a:hlinkClick r:id="rId3"/>
              </a:rPr>
              <a:t>documentation</a:t>
            </a:r>
            <a:endParaRPr lang="en-US" dirty="0"/>
          </a:p>
          <a:p>
            <a:pPr lvl="1">
              <a:buFont typeface="Arial" panose="020B0604020202020204" pitchFamily="34" charset="0"/>
              <a:buChar char="•"/>
            </a:pPr>
            <a:r>
              <a:rPr lang="en-US" dirty="0"/>
              <a:t>v1.0  &gt;&lt;  beta</a:t>
            </a:r>
          </a:p>
          <a:p>
            <a:pPr>
              <a:buFont typeface="Arial" panose="020B0604020202020204" pitchFamily="34" charset="0"/>
              <a:buChar char="•"/>
            </a:pPr>
            <a:r>
              <a:rPr lang="en-US" dirty="0"/>
              <a:t>Authentication method?</a:t>
            </a:r>
          </a:p>
        </p:txBody>
      </p:sp>
      <p:sp>
        <p:nvSpPr>
          <p:cNvPr id="5" name="Slide Number Placeholder 4">
            <a:extLst>
              <a:ext uri="{FF2B5EF4-FFF2-40B4-BE49-F238E27FC236}">
                <a16:creationId xmlns:a16="http://schemas.microsoft.com/office/drawing/2014/main" id="{5E39867C-9794-8852-56D5-199CFD003D11}"/>
              </a:ext>
            </a:extLst>
          </p:cNvPr>
          <p:cNvSpPr>
            <a:spLocks noGrp="1"/>
          </p:cNvSpPr>
          <p:nvPr>
            <p:ph type="sldNum" sz="quarter" idx="40"/>
          </p:nvPr>
        </p:nvSpPr>
        <p:spPr/>
        <p:txBody>
          <a:bodyPr/>
          <a:lstStyle/>
          <a:p>
            <a:fld id="{47FEACEE-25B4-4A2D-B147-27296E36371D}" type="slidenum">
              <a:rPr lang="en-US" altLang="zh-CN" noProof="0" smtClean="0"/>
              <a:pPr/>
              <a:t>14</a:t>
            </a:fld>
            <a:endParaRPr lang="en-US" altLang="zh-CN" noProof="0" dirty="0"/>
          </a:p>
        </p:txBody>
      </p:sp>
    </p:spTree>
    <p:extLst>
      <p:ext uri="{BB962C8B-B14F-4D97-AF65-F5344CB8AC3E}">
        <p14:creationId xmlns:p14="http://schemas.microsoft.com/office/powerpoint/2010/main" val="18363327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3955E-3962-FE5C-125C-41A530643096}"/>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275C47F9-2B53-C2A3-45F5-79B635A7C439}"/>
              </a:ext>
            </a:extLst>
          </p:cNvPr>
          <p:cNvSpPr>
            <a:spLocks noGrp="1"/>
          </p:cNvSpPr>
          <p:nvPr>
            <p:ph type="title"/>
          </p:nvPr>
        </p:nvSpPr>
        <p:spPr>
          <a:xfrm>
            <a:off x="914400" y="1060704"/>
            <a:ext cx="7132320" cy="1773936"/>
          </a:xfrm>
        </p:spPr>
        <p:txBody>
          <a:bodyPr/>
          <a:lstStyle/>
          <a:p>
            <a:r>
              <a:rPr lang="en-US" dirty="0"/>
              <a:t>Gather &amp; Process Data</a:t>
            </a:r>
          </a:p>
        </p:txBody>
      </p:sp>
      <p:sp>
        <p:nvSpPr>
          <p:cNvPr id="43" name="Text Placeholder 42">
            <a:extLst>
              <a:ext uri="{FF2B5EF4-FFF2-40B4-BE49-F238E27FC236}">
                <a16:creationId xmlns:a16="http://schemas.microsoft.com/office/drawing/2014/main" id="{478B3ED7-7F36-3DA1-C527-51CB224F395B}"/>
              </a:ext>
            </a:extLst>
          </p:cNvPr>
          <p:cNvSpPr>
            <a:spLocks noGrp="1"/>
          </p:cNvSpPr>
          <p:nvPr>
            <p:ph idx="1"/>
          </p:nvPr>
        </p:nvSpPr>
        <p:spPr>
          <a:xfrm>
            <a:off x="914399" y="3108960"/>
            <a:ext cx="6811505" cy="2651760"/>
          </a:xfrm>
        </p:spPr>
        <p:txBody>
          <a:bodyPr>
            <a:normAutofit/>
          </a:bodyPr>
          <a:lstStyle/>
          <a:p>
            <a:pPr marL="285750" indent="-285750">
              <a:buFont typeface="Arial" panose="020B0604020202020204" pitchFamily="34" charset="0"/>
              <a:buChar char="•"/>
            </a:pPr>
            <a:r>
              <a:rPr lang="en-US" dirty="0">
                <a:sym typeface="Wingdings" panose="05000000000000000000" pitchFamily="2" charset="2"/>
              </a:rPr>
              <a:t>Use a script</a:t>
            </a:r>
          </a:p>
          <a:p>
            <a:pPr marL="285750" indent="-285750">
              <a:buFont typeface="Arial" panose="020B0604020202020204" pitchFamily="34" charset="0"/>
              <a:buChar char="•"/>
            </a:pPr>
            <a:r>
              <a:rPr lang="en-US" dirty="0">
                <a:sym typeface="Wingdings" panose="05000000000000000000" pitchFamily="2" charset="2"/>
              </a:rPr>
              <a:t>Some platform to recurrently run these scripts</a:t>
            </a:r>
          </a:p>
          <a:p>
            <a:pPr marL="633222" lvl="1" indent="-285750"/>
            <a:r>
              <a:rPr lang="en-US" dirty="0">
                <a:sym typeface="Wingdings" panose="05000000000000000000" pitchFamily="2" charset="2"/>
              </a:rPr>
              <a:t>e.g. Automation Account on Azure</a:t>
            </a:r>
          </a:p>
          <a:p>
            <a:pPr marL="633222" lvl="1" indent="-285750"/>
            <a:r>
              <a:rPr lang="en-US" dirty="0">
                <a:sym typeface="Wingdings" panose="05000000000000000000" pitchFamily="2" charset="2"/>
              </a:rPr>
              <a:t>e.g. Functions on Azure</a:t>
            </a:r>
          </a:p>
          <a:p>
            <a:pPr marL="633222" lvl="1" indent="-285750"/>
            <a:r>
              <a:rPr lang="en-US" dirty="0">
                <a:sym typeface="Wingdings" panose="05000000000000000000" pitchFamily="2" charset="2"/>
              </a:rPr>
              <a:t>e.g. Ansible</a:t>
            </a:r>
          </a:p>
          <a:p>
            <a:pPr marL="633222" lvl="1" indent="-285750"/>
            <a:r>
              <a:rPr lang="en-US" dirty="0">
                <a:sym typeface="Wingdings" panose="05000000000000000000" pitchFamily="2" charset="2"/>
              </a:rPr>
              <a:t>...</a:t>
            </a:r>
          </a:p>
        </p:txBody>
      </p:sp>
      <p:sp>
        <p:nvSpPr>
          <p:cNvPr id="11" name="Slide Number Placeholder 13">
            <a:extLst>
              <a:ext uri="{FF2B5EF4-FFF2-40B4-BE49-F238E27FC236}">
                <a16:creationId xmlns:a16="http://schemas.microsoft.com/office/drawing/2014/main" id="{F50D133C-5F46-8CFB-52D0-075C2178F7B1}"/>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857FC4D7-376A-970F-9AE4-8DA0D4905F86}"/>
              </a:ext>
            </a:extLst>
          </p:cNvPr>
          <p:cNvSpPr>
            <a:spLocks noGrp="1"/>
          </p:cNvSpPr>
          <p:nvPr>
            <p:ph type="sldNum" sz="quarter" idx="55"/>
          </p:nvPr>
        </p:nvSpPr>
        <p:spPr/>
        <p:txBody>
          <a:bodyPr/>
          <a:lstStyle/>
          <a:p>
            <a:fld id="{47FEACEE-25B4-4A2D-B147-27296E36371D}" type="slidenum">
              <a:rPr lang="en-US" altLang="zh-CN" noProof="0" smtClean="0"/>
              <a:pPr/>
              <a:t>15</a:t>
            </a:fld>
            <a:endParaRPr lang="en-US" altLang="zh-CN" noProof="0" dirty="0"/>
          </a:p>
        </p:txBody>
      </p:sp>
    </p:spTree>
    <p:extLst>
      <p:ext uri="{BB962C8B-B14F-4D97-AF65-F5344CB8AC3E}">
        <p14:creationId xmlns:p14="http://schemas.microsoft.com/office/powerpoint/2010/main" val="2680724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animEffect transition="in" filter="fade">
                                      <p:cBhvr>
                                        <p:cTn id="7" dur="500"/>
                                        <p:tgtEl>
                                          <p:spTgt spid="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xEl>
                                              <p:pRg st="1" end="1"/>
                                            </p:txEl>
                                          </p:spTgt>
                                        </p:tgtEl>
                                        <p:attrNameLst>
                                          <p:attrName>style.visibility</p:attrName>
                                        </p:attrNameLst>
                                      </p:cBhvr>
                                      <p:to>
                                        <p:strVal val="visible"/>
                                      </p:to>
                                    </p:set>
                                    <p:animEffect transition="in" filter="fade">
                                      <p:cBhvr>
                                        <p:cTn id="12" dur="500"/>
                                        <p:tgtEl>
                                          <p:spTgt spid="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
                                            <p:txEl>
                                              <p:pRg st="2" end="2"/>
                                            </p:txEl>
                                          </p:spTgt>
                                        </p:tgtEl>
                                        <p:attrNameLst>
                                          <p:attrName>style.visibility</p:attrName>
                                        </p:attrNameLst>
                                      </p:cBhvr>
                                      <p:to>
                                        <p:strVal val="visible"/>
                                      </p:to>
                                    </p:set>
                                    <p:animEffect transition="in" filter="fade">
                                      <p:cBhvr>
                                        <p:cTn id="17" dur="500"/>
                                        <p:tgtEl>
                                          <p:spTgt spid="43">
                                            <p:txEl>
                                              <p:pRg st="2" end="2"/>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43">
                                            <p:txEl>
                                              <p:pRg st="3" end="3"/>
                                            </p:txEl>
                                          </p:spTgt>
                                        </p:tgtEl>
                                        <p:attrNameLst>
                                          <p:attrName>style.visibility</p:attrName>
                                        </p:attrNameLst>
                                      </p:cBhvr>
                                      <p:to>
                                        <p:strVal val="visible"/>
                                      </p:to>
                                    </p:set>
                                    <p:animEffect transition="in" filter="fade">
                                      <p:cBhvr>
                                        <p:cTn id="21" dur="500"/>
                                        <p:tgtEl>
                                          <p:spTgt spid="43">
                                            <p:txEl>
                                              <p:pRg st="3" end="3"/>
                                            </p:txEl>
                                          </p:spTgt>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43">
                                            <p:txEl>
                                              <p:pRg st="4" end="4"/>
                                            </p:txEl>
                                          </p:spTgt>
                                        </p:tgtEl>
                                        <p:attrNameLst>
                                          <p:attrName>style.visibility</p:attrName>
                                        </p:attrNameLst>
                                      </p:cBhvr>
                                      <p:to>
                                        <p:strVal val="visible"/>
                                      </p:to>
                                    </p:set>
                                    <p:animEffect transition="in" filter="fade">
                                      <p:cBhvr>
                                        <p:cTn id="25" dur="500"/>
                                        <p:tgtEl>
                                          <p:spTgt spid="43">
                                            <p:txEl>
                                              <p:pRg st="4" end="4"/>
                                            </p:txEl>
                                          </p:spTgt>
                                        </p:tgtEl>
                                      </p:cBhvr>
                                    </p:animEffect>
                                  </p:childTnLst>
                                </p:cTn>
                              </p:par>
                            </p:childTnLst>
                          </p:cTn>
                        </p:par>
                        <p:par>
                          <p:cTn id="26" fill="hold">
                            <p:stCondLst>
                              <p:cond delay="1500"/>
                            </p:stCondLst>
                            <p:childTnLst>
                              <p:par>
                                <p:cTn id="27" presetID="10" presetClass="entr" presetSubtype="0" fill="hold" nodeType="afterEffect">
                                  <p:stCondLst>
                                    <p:cond delay="0"/>
                                  </p:stCondLst>
                                  <p:childTnLst>
                                    <p:set>
                                      <p:cBhvr>
                                        <p:cTn id="28" dur="1" fill="hold">
                                          <p:stCondLst>
                                            <p:cond delay="0"/>
                                          </p:stCondLst>
                                        </p:cTn>
                                        <p:tgtEl>
                                          <p:spTgt spid="43">
                                            <p:txEl>
                                              <p:pRg st="5" end="5"/>
                                            </p:txEl>
                                          </p:spTgt>
                                        </p:tgtEl>
                                        <p:attrNameLst>
                                          <p:attrName>style.visibility</p:attrName>
                                        </p:attrNameLst>
                                      </p:cBhvr>
                                      <p:to>
                                        <p:strVal val="visible"/>
                                      </p:to>
                                    </p:set>
                                    <p:animEffect transition="in" filter="fade">
                                      <p:cBhvr>
                                        <p:cTn id="29" dur="500"/>
                                        <p:tgtEl>
                                          <p:spTgt spid="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076D8-2E35-2375-820B-DBB8C04F8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8A26A-A1F4-F336-0243-88819298BEC7}"/>
              </a:ext>
            </a:extLst>
          </p:cNvPr>
          <p:cNvSpPr>
            <a:spLocks noGrp="1"/>
          </p:cNvSpPr>
          <p:nvPr>
            <p:ph type="title"/>
          </p:nvPr>
        </p:nvSpPr>
        <p:spPr/>
        <p:txBody>
          <a:bodyPr/>
          <a:lstStyle/>
          <a:p>
            <a:r>
              <a:rPr lang="en-US" dirty="0"/>
              <a:t>Alert &amp; Reports</a:t>
            </a:r>
          </a:p>
        </p:txBody>
      </p:sp>
      <p:sp>
        <p:nvSpPr>
          <p:cNvPr id="3" name="Content Placeholder 2">
            <a:extLst>
              <a:ext uri="{FF2B5EF4-FFF2-40B4-BE49-F238E27FC236}">
                <a16:creationId xmlns:a16="http://schemas.microsoft.com/office/drawing/2014/main" id="{3BDB09BC-2400-F033-1188-7AEFBE41FF0C}"/>
              </a:ext>
            </a:extLst>
          </p:cNvPr>
          <p:cNvSpPr>
            <a:spLocks noGrp="1"/>
          </p:cNvSpPr>
          <p:nvPr>
            <p:ph idx="14"/>
          </p:nvPr>
        </p:nvSpPr>
        <p:spPr>
          <a:xfrm>
            <a:off x="3465576" y="3108960"/>
            <a:ext cx="7522722" cy="3108960"/>
          </a:xfrm>
        </p:spPr>
        <p:txBody>
          <a:bodyPr/>
          <a:lstStyle/>
          <a:p>
            <a:pPr>
              <a:buFont typeface="Arial" panose="020B0604020202020204" pitchFamily="34" charset="0"/>
              <a:buChar char="•"/>
            </a:pPr>
            <a:r>
              <a:rPr lang="en-US" dirty="0"/>
              <a:t>Store processed data somewhere</a:t>
            </a:r>
          </a:p>
          <a:p>
            <a:pPr lvl="1">
              <a:buFont typeface="Arial" panose="020B0604020202020204" pitchFamily="34" charset="0"/>
              <a:buChar char="•"/>
            </a:pPr>
            <a:r>
              <a:rPr lang="en-US" dirty="0"/>
              <a:t>e.g. Log Analytics Workspace on Azure</a:t>
            </a:r>
          </a:p>
          <a:p>
            <a:pPr lvl="1">
              <a:buFont typeface="Arial" panose="020B0604020202020204" pitchFamily="34" charset="0"/>
              <a:buChar char="•"/>
            </a:pPr>
            <a:r>
              <a:rPr lang="en-US" dirty="0"/>
              <a:t>e.g. </a:t>
            </a:r>
            <a:r>
              <a:rPr lang="en-US" dirty="0" err="1"/>
              <a:t>CosmosDB</a:t>
            </a:r>
            <a:r>
              <a:rPr lang="en-US" dirty="0"/>
              <a:t> on Azure</a:t>
            </a:r>
          </a:p>
          <a:p>
            <a:pPr>
              <a:buFont typeface="Arial" panose="020B0604020202020204" pitchFamily="34" charset="0"/>
              <a:buChar char="•"/>
            </a:pPr>
            <a:r>
              <a:rPr lang="en-US" dirty="0"/>
              <a:t>Set up rules &amp; reports</a:t>
            </a:r>
          </a:p>
          <a:p>
            <a:pPr lvl="1">
              <a:buFont typeface="Arial" panose="020B0604020202020204" pitchFamily="34" charset="0"/>
              <a:buChar char="•"/>
            </a:pPr>
            <a:r>
              <a:rPr lang="en-US" dirty="0"/>
              <a:t>e.g. Alert Rules on Azure (Monitor)</a:t>
            </a:r>
          </a:p>
          <a:p>
            <a:pPr lvl="1">
              <a:buFont typeface="Arial" panose="020B0604020202020204" pitchFamily="34" charset="0"/>
              <a:buChar char="•"/>
            </a:pPr>
            <a:r>
              <a:rPr lang="en-US" dirty="0"/>
              <a:t>e.g. Workbooks on Azure</a:t>
            </a:r>
          </a:p>
        </p:txBody>
      </p:sp>
      <p:sp>
        <p:nvSpPr>
          <p:cNvPr id="5" name="Slide Number Placeholder 4">
            <a:extLst>
              <a:ext uri="{FF2B5EF4-FFF2-40B4-BE49-F238E27FC236}">
                <a16:creationId xmlns:a16="http://schemas.microsoft.com/office/drawing/2014/main" id="{088B5977-048A-D70A-8341-92E1E8EBBA04}"/>
              </a:ext>
            </a:extLst>
          </p:cNvPr>
          <p:cNvSpPr>
            <a:spLocks noGrp="1"/>
          </p:cNvSpPr>
          <p:nvPr>
            <p:ph type="sldNum" sz="quarter" idx="40"/>
          </p:nvPr>
        </p:nvSpPr>
        <p:spPr/>
        <p:txBody>
          <a:bodyPr/>
          <a:lstStyle/>
          <a:p>
            <a:fld id="{47FEACEE-25B4-4A2D-B147-27296E36371D}" type="slidenum">
              <a:rPr lang="en-US" altLang="zh-CN" noProof="0" smtClean="0"/>
              <a:pPr/>
              <a:t>16</a:t>
            </a:fld>
            <a:endParaRPr lang="en-US" altLang="zh-CN" noProof="0" dirty="0"/>
          </a:p>
        </p:txBody>
      </p:sp>
    </p:spTree>
    <p:extLst>
      <p:ext uri="{BB962C8B-B14F-4D97-AF65-F5344CB8AC3E}">
        <p14:creationId xmlns:p14="http://schemas.microsoft.com/office/powerpoint/2010/main" val="3290128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CE9E5-9C73-78ED-7FC9-C3AD4ADCA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7EC1E-6303-C757-B1E4-0ABECED9E4EA}"/>
              </a:ext>
            </a:extLst>
          </p:cNvPr>
          <p:cNvSpPr>
            <a:spLocks noGrp="1"/>
          </p:cNvSpPr>
          <p:nvPr>
            <p:ph type="title"/>
          </p:nvPr>
        </p:nvSpPr>
        <p:spPr/>
        <p:txBody>
          <a:bodyPr/>
          <a:lstStyle/>
          <a:p>
            <a:r>
              <a:rPr lang="en-US" dirty="0"/>
              <a:t>What does a possible finished flow look like?</a:t>
            </a:r>
          </a:p>
        </p:txBody>
      </p:sp>
      <p:pic>
        <p:nvPicPr>
          <p:cNvPr id="13" name="Picture 12">
            <a:extLst>
              <a:ext uri="{FF2B5EF4-FFF2-40B4-BE49-F238E27FC236}">
                <a16:creationId xmlns:a16="http://schemas.microsoft.com/office/drawing/2014/main" id="{DBB883A8-668F-D5CD-FAD2-A8BF8603A6FF}"/>
              </a:ext>
            </a:extLst>
          </p:cNvPr>
          <p:cNvPicPr>
            <a:picLocks noChangeAspect="1"/>
          </p:cNvPicPr>
          <p:nvPr/>
        </p:nvPicPr>
        <p:blipFill>
          <a:blip r:embed="rId2"/>
          <a:stretch>
            <a:fillRect/>
          </a:stretch>
        </p:blipFill>
        <p:spPr>
          <a:xfrm>
            <a:off x="1524000" y="1496631"/>
            <a:ext cx="3957491" cy="3864737"/>
          </a:xfrm>
          <a:prstGeom prst="rect">
            <a:avLst/>
          </a:prstGeom>
        </p:spPr>
      </p:pic>
    </p:spTree>
    <p:extLst>
      <p:ext uri="{BB962C8B-B14F-4D97-AF65-F5344CB8AC3E}">
        <p14:creationId xmlns:p14="http://schemas.microsoft.com/office/powerpoint/2010/main" val="11856076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C61A3-727A-808D-5072-9EA23C542DC5}"/>
              </a:ext>
            </a:extLst>
          </p:cNvPr>
          <p:cNvSpPr>
            <a:spLocks noGrp="1"/>
          </p:cNvSpPr>
          <p:nvPr>
            <p:ph type="title"/>
          </p:nvPr>
        </p:nvSpPr>
        <p:spPr/>
        <p:txBody>
          <a:bodyPr/>
          <a:lstStyle/>
          <a:p>
            <a:r>
              <a:rPr lang="en-US" dirty="0"/>
              <a:t>Data Flow</a:t>
            </a:r>
          </a:p>
        </p:txBody>
      </p:sp>
      <p:sp>
        <p:nvSpPr>
          <p:cNvPr id="3" name="Content Placeholder 2">
            <a:extLst>
              <a:ext uri="{FF2B5EF4-FFF2-40B4-BE49-F238E27FC236}">
                <a16:creationId xmlns:a16="http://schemas.microsoft.com/office/drawing/2014/main" id="{589EEC6E-CF6D-BCCC-75AE-05F6796B778C}"/>
              </a:ext>
            </a:extLst>
          </p:cNvPr>
          <p:cNvSpPr>
            <a:spLocks noGrp="1"/>
          </p:cNvSpPr>
          <p:nvPr>
            <p:ph idx="1"/>
          </p:nvPr>
        </p:nvSpPr>
        <p:spPr>
          <a:xfrm>
            <a:off x="5852159" y="731520"/>
            <a:ext cx="6073787" cy="1737360"/>
          </a:xfrm>
        </p:spPr>
        <p:txBody>
          <a:bodyPr/>
          <a:lstStyle/>
          <a:p>
            <a:r>
              <a:rPr lang="en-US" dirty="0"/>
              <a:t>Gather Intune data using a Function app &amp; PowerShell</a:t>
            </a:r>
          </a:p>
          <a:p>
            <a:r>
              <a:rPr lang="en-US" dirty="0"/>
              <a:t>Process data &amp; store in a Log Analytics Workspace</a:t>
            </a:r>
          </a:p>
          <a:p>
            <a:r>
              <a:rPr lang="en-US" dirty="0"/>
              <a:t>Report on the data with Workbooks</a:t>
            </a:r>
          </a:p>
          <a:p>
            <a:r>
              <a:rPr lang="en-US" dirty="0"/>
              <a:t>Alert on the data with Alert Rules</a:t>
            </a:r>
          </a:p>
        </p:txBody>
      </p:sp>
      <p:sp>
        <p:nvSpPr>
          <p:cNvPr id="5" name="Slide Number Placeholder 4">
            <a:extLst>
              <a:ext uri="{FF2B5EF4-FFF2-40B4-BE49-F238E27FC236}">
                <a16:creationId xmlns:a16="http://schemas.microsoft.com/office/drawing/2014/main" id="{D99917CB-7AD6-2C33-28A4-D7C627EF1C8B}"/>
              </a:ext>
            </a:extLst>
          </p:cNvPr>
          <p:cNvSpPr>
            <a:spLocks noGrp="1"/>
          </p:cNvSpPr>
          <p:nvPr>
            <p:ph type="sldNum" sz="quarter" idx="29"/>
          </p:nvPr>
        </p:nvSpPr>
        <p:spPr/>
        <p:txBody>
          <a:bodyPr/>
          <a:lstStyle/>
          <a:p>
            <a:fld id="{47FEACEE-25B4-4A2D-B147-27296E36371D}" type="slidenum">
              <a:rPr lang="en-US" altLang="zh-CN" noProof="0" smtClean="0"/>
              <a:pPr/>
              <a:t>18</a:t>
            </a:fld>
            <a:endParaRPr lang="en-US" altLang="zh-CN" noProof="0" dirty="0"/>
          </a:p>
        </p:txBody>
      </p:sp>
      <p:pic>
        <p:nvPicPr>
          <p:cNvPr id="20" name="Content Placeholder 19">
            <a:extLst>
              <a:ext uri="{FF2B5EF4-FFF2-40B4-BE49-F238E27FC236}">
                <a16:creationId xmlns:a16="http://schemas.microsoft.com/office/drawing/2014/main" id="{9ECC0186-DC41-53F9-0C92-4D61947AFB65}"/>
              </a:ext>
            </a:extLst>
          </p:cNvPr>
          <p:cNvPicPr>
            <a:picLocks noGrp="1" noChangeAspect="1"/>
          </p:cNvPicPr>
          <p:nvPr>
            <p:ph idx="30"/>
          </p:nvPr>
        </p:nvPicPr>
        <p:blipFill>
          <a:blip r:embed="rId3"/>
          <a:stretch>
            <a:fillRect/>
          </a:stretch>
        </p:blipFill>
        <p:spPr>
          <a:xfrm>
            <a:off x="1678781" y="2796381"/>
            <a:ext cx="6819900" cy="3267075"/>
          </a:xfrm>
          <a:prstGeom prst="rect">
            <a:avLst/>
          </a:prstGeom>
        </p:spPr>
      </p:pic>
    </p:spTree>
    <p:extLst>
      <p:ext uri="{BB962C8B-B14F-4D97-AF65-F5344CB8AC3E}">
        <p14:creationId xmlns:p14="http://schemas.microsoft.com/office/powerpoint/2010/main" val="15335826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08F7D-BEE0-486F-CE92-90794B827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389F2-9CC3-F68F-6549-973C7AAF88A9}"/>
              </a:ext>
            </a:extLst>
          </p:cNvPr>
          <p:cNvSpPr>
            <a:spLocks noGrp="1"/>
          </p:cNvSpPr>
          <p:nvPr>
            <p:ph type="title"/>
          </p:nvPr>
        </p:nvSpPr>
        <p:spPr/>
        <p:txBody>
          <a:bodyPr/>
          <a:lstStyle/>
          <a:p>
            <a:r>
              <a:rPr lang="en-US" dirty="0"/>
              <a:t>Data Flow</a:t>
            </a:r>
            <a:br>
              <a:rPr lang="en-US" dirty="0"/>
            </a:br>
            <a:r>
              <a:rPr lang="en-US" dirty="0"/>
              <a:t>(alternate)</a:t>
            </a:r>
          </a:p>
        </p:txBody>
      </p:sp>
      <p:sp>
        <p:nvSpPr>
          <p:cNvPr id="3" name="Content Placeholder 2">
            <a:extLst>
              <a:ext uri="{FF2B5EF4-FFF2-40B4-BE49-F238E27FC236}">
                <a16:creationId xmlns:a16="http://schemas.microsoft.com/office/drawing/2014/main" id="{80E2D0F6-1741-0B29-7ACA-7C0EB8C18920}"/>
              </a:ext>
            </a:extLst>
          </p:cNvPr>
          <p:cNvSpPr>
            <a:spLocks noGrp="1"/>
          </p:cNvSpPr>
          <p:nvPr>
            <p:ph idx="1"/>
          </p:nvPr>
        </p:nvSpPr>
        <p:spPr/>
        <p:txBody>
          <a:bodyPr/>
          <a:lstStyle/>
          <a:p>
            <a:r>
              <a:rPr lang="en-US" dirty="0"/>
              <a:t>Perform alert logic in the script itself</a:t>
            </a:r>
          </a:p>
          <a:p>
            <a:r>
              <a:rPr lang="en-US" dirty="0"/>
              <a:t>Less infrastructure, more simplicity</a:t>
            </a:r>
          </a:p>
          <a:p>
            <a:r>
              <a:rPr lang="en-US" dirty="0"/>
              <a:t>Gets complicated with extensive alerting, no easy reporting</a:t>
            </a:r>
          </a:p>
          <a:p>
            <a:endParaRPr lang="en-US" dirty="0"/>
          </a:p>
        </p:txBody>
      </p:sp>
      <p:sp>
        <p:nvSpPr>
          <p:cNvPr id="5" name="Slide Number Placeholder 4">
            <a:extLst>
              <a:ext uri="{FF2B5EF4-FFF2-40B4-BE49-F238E27FC236}">
                <a16:creationId xmlns:a16="http://schemas.microsoft.com/office/drawing/2014/main" id="{B2A08DA8-89CF-3638-4206-55672BE5119F}"/>
              </a:ext>
            </a:extLst>
          </p:cNvPr>
          <p:cNvSpPr>
            <a:spLocks noGrp="1"/>
          </p:cNvSpPr>
          <p:nvPr>
            <p:ph type="sldNum" sz="quarter" idx="29"/>
          </p:nvPr>
        </p:nvSpPr>
        <p:spPr/>
        <p:txBody>
          <a:bodyPr/>
          <a:lstStyle/>
          <a:p>
            <a:fld id="{47FEACEE-25B4-4A2D-B147-27296E36371D}" type="slidenum">
              <a:rPr lang="en-US" altLang="zh-CN" noProof="0" smtClean="0"/>
              <a:pPr/>
              <a:t>19</a:t>
            </a:fld>
            <a:endParaRPr lang="en-US" altLang="zh-CN" noProof="0" dirty="0"/>
          </a:p>
        </p:txBody>
      </p:sp>
      <p:pic>
        <p:nvPicPr>
          <p:cNvPr id="19" name="Content Placeholder 18">
            <a:extLst>
              <a:ext uri="{FF2B5EF4-FFF2-40B4-BE49-F238E27FC236}">
                <a16:creationId xmlns:a16="http://schemas.microsoft.com/office/drawing/2014/main" id="{25EFBA64-7C5F-3894-FAD9-05AFD7DE4648}"/>
              </a:ext>
            </a:extLst>
          </p:cNvPr>
          <p:cNvPicPr>
            <a:picLocks noGrp="1" noChangeAspect="1"/>
          </p:cNvPicPr>
          <p:nvPr>
            <p:ph idx="30"/>
          </p:nvPr>
        </p:nvPicPr>
        <p:blipFill>
          <a:blip r:embed="rId3"/>
          <a:stretch>
            <a:fillRect/>
          </a:stretch>
        </p:blipFill>
        <p:spPr>
          <a:xfrm>
            <a:off x="2096925" y="2743200"/>
            <a:ext cx="5983612" cy="3373438"/>
          </a:xfrm>
          <a:prstGeom prst="rect">
            <a:avLst/>
          </a:prstGeom>
        </p:spPr>
      </p:pic>
    </p:spTree>
    <p:extLst>
      <p:ext uri="{BB962C8B-B14F-4D97-AF65-F5344CB8AC3E}">
        <p14:creationId xmlns:p14="http://schemas.microsoft.com/office/powerpoint/2010/main" val="40583873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Sebastiaan de Wolf</a:t>
            </a:r>
          </a:p>
          <a:p>
            <a:pPr lvl="0"/>
            <a:r>
              <a:rPr lang="en-US" dirty="0">
                <a:hlinkClick r:id="rId3"/>
              </a:rPr>
              <a:t>linkedin.com/in/</a:t>
            </a:r>
            <a:r>
              <a:rPr lang="en-US" dirty="0" err="1">
                <a:hlinkClick r:id="rId3"/>
              </a:rPr>
              <a:t>sebastiaan</a:t>
            </a:r>
            <a:r>
              <a:rPr lang="en-US" dirty="0">
                <a:hlinkClick r:id="rId3"/>
              </a:rPr>
              <a:t>-de-wolf</a:t>
            </a:r>
            <a:endParaRPr lang="en-US" dirty="0"/>
          </a:p>
          <a:p>
            <a:pPr lvl="0"/>
            <a:r>
              <a:rPr lang="en-US" dirty="0">
                <a:hlinkClick r:id="rId4"/>
              </a:rPr>
              <a:t>github.com/sealionforever/sessions</a:t>
            </a:r>
            <a:endParaRPr lang="en-US" dirty="0"/>
          </a:p>
          <a:p>
            <a:endParaRPr lang="en-US" dirty="0"/>
          </a:p>
        </p:txBody>
      </p:sp>
    </p:spTree>
    <p:extLst>
      <p:ext uri="{BB962C8B-B14F-4D97-AF65-F5344CB8AC3E}">
        <p14:creationId xmlns:p14="http://schemas.microsoft.com/office/powerpoint/2010/main" val="5292794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xEl>
                                              <p:pRg st="1" end="1"/>
                                            </p:txEl>
                                          </p:spTgt>
                                        </p:tgtEl>
                                        <p:attrNameLst>
                                          <p:attrName>style.visibility</p:attrName>
                                        </p:attrNameLst>
                                      </p:cBhvr>
                                      <p:to>
                                        <p:strVal val="visible"/>
                                      </p:to>
                                    </p:set>
                                    <p:animEffect transition="in" filter="fade">
                                      <p:cBhvr>
                                        <p:cTn id="11" dur="500"/>
                                        <p:tgtEl>
                                          <p:spTgt spid="25">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5">
                                            <p:txEl>
                                              <p:pRg st="2" end="2"/>
                                            </p:txEl>
                                          </p:spTgt>
                                        </p:tgtEl>
                                        <p:attrNameLst>
                                          <p:attrName>style.visibility</p:attrName>
                                        </p:attrNameLst>
                                      </p:cBhvr>
                                      <p:to>
                                        <p:strVal val="visible"/>
                                      </p:to>
                                    </p:set>
                                    <p:animEffect transition="in" filter="fade">
                                      <p:cBhvr>
                                        <p:cTn id="15"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{7A27E952-599A-4C52-86B4-E6274EEF7931}TF63aebcec-8e39-4664-940a-dd6c2f00c54d020a9832_win32-3cdd3ee32610</Template>
  <TotalTime>0</TotalTime>
  <Words>954</Words>
  <Application>Microsoft Office PowerPoint</Application>
  <PresentationFormat>Widescreen</PresentationFormat>
  <Paragraphs>182</Paragraphs>
  <Slides>20</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等线</vt:lpstr>
      <vt:lpstr>Abadi</vt:lpstr>
      <vt:lpstr>Arial</vt:lpstr>
      <vt:lpstr>Calibri</vt:lpstr>
      <vt:lpstr>Posterama</vt:lpstr>
      <vt:lpstr>Posterama Text SemiBold</vt:lpstr>
      <vt:lpstr>Wingdings</vt:lpstr>
      <vt:lpstr>Custom</vt:lpstr>
      <vt:lpstr>Intune Alerting: dream or reality?</vt:lpstr>
      <vt:lpstr>Who am I?</vt:lpstr>
      <vt:lpstr>Agenda </vt:lpstr>
      <vt:lpstr>What is available?</vt:lpstr>
      <vt:lpstr>Intune</vt:lpstr>
      <vt:lpstr>Nice-to-have Examples</vt:lpstr>
      <vt:lpstr>What is possible?</vt:lpstr>
      <vt:lpstr>We’ll do it ourselves</vt:lpstr>
      <vt:lpstr>Get data from Intune using the Graph API</vt:lpstr>
      <vt:lpstr>WATCH OUT !</vt:lpstr>
      <vt:lpstr>Data timeline</vt:lpstr>
      <vt:lpstr>What do you need?</vt:lpstr>
      <vt:lpstr>Get data from Intune using the Graph API</vt:lpstr>
      <vt:lpstr>App Registration</vt:lpstr>
      <vt:lpstr>Gather &amp; Process Data</vt:lpstr>
      <vt:lpstr>Alert &amp; Reports</vt:lpstr>
      <vt:lpstr>What does a possible finished flow look like?</vt:lpstr>
      <vt:lpstr>Data Flow</vt:lpstr>
      <vt:lpstr>Data Flow (alternate)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Sebastiaan de Wolf</dc:creator>
  <cp:lastModifiedBy>Sebastiaan de Wolf</cp:lastModifiedBy>
  <cp:revision>3</cp:revision>
  <dcterms:created xsi:type="dcterms:W3CDTF">2026-04-24T13:18:37Z</dcterms:created>
  <dcterms:modified xsi:type="dcterms:W3CDTF">2026-04-30T19:26:59Z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