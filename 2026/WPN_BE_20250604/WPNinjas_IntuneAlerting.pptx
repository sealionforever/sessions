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4"/>
  </p:sldMasterIdLst>
  <p:notesMasterIdLst>
    <p:notesMasterId r:id="rId37"/>
  </p:notesMasterIdLst>
  <p:sldIdLst>
    <p:sldId id="258" r:id="rId5"/>
    <p:sldId id="280" r:id="rId6"/>
    <p:sldId id="293" r:id="rId7"/>
    <p:sldId id="260" r:id="rId8"/>
    <p:sldId id="261" r:id="rId9"/>
    <p:sldId id="294" r:id="rId10"/>
    <p:sldId id="262" r:id="rId11"/>
    <p:sldId id="295" r:id="rId12"/>
    <p:sldId id="297" r:id="rId13"/>
    <p:sldId id="296"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263" r:id="rId28"/>
    <p:sldId id="313" r:id="rId29"/>
    <p:sldId id="314" r:id="rId30"/>
    <p:sldId id="311" r:id="rId31"/>
    <p:sldId id="312" r:id="rId32"/>
    <p:sldId id="315" r:id="rId33"/>
    <p:sldId id="316" r:id="rId34"/>
    <p:sldId id="317" r:id="rId35"/>
    <p:sldId id="264" r:id="rId36"/>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400E"/>
    <a:srgbClr val="6B7280"/>
    <a:srgbClr val="D97706"/>
    <a:srgbClr val="6D28D9"/>
    <a:srgbClr val="C005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5222A-143F-4F96-8788-B5DAD8CF3E0B}" v="196" dt="2026-06-04T13:37:04.8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80275" autoAdjust="0"/>
  </p:normalViewPr>
  <p:slideViewPr>
    <p:cSldViewPr snapToGrid="0">
      <p:cViewPr varScale="1">
        <p:scale>
          <a:sx n="78" d="100"/>
          <a:sy n="78" d="100"/>
        </p:scale>
        <p:origin x="6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an de Wolf" userId="ea5e8489-c9b3-4643-ad12-f74c0d8d89d3" providerId="ADAL" clId="{5A37BC08-ADFA-432E-B1D8-D2685C35B3C8}"/>
    <pc:docChg chg="undo redo custSel addSld delSld modSld sldOrd">
      <pc:chgData name="Sebastiaan de Wolf" userId="ea5e8489-c9b3-4643-ad12-f74c0d8d89d3" providerId="ADAL" clId="{5A37BC08-ADFA-432E-B1D8-D2685C35B3C8}" dt="2026-06-04T13:40:05.007" v="2155" actId="20577"/>
      <pc:docMkLst>
        <pc:docMk/>
      </pc:docMkLst>
      <pc:sldChg chg="modSp mod">
        <pc:chgData name="Sebastiaan de Wolf" userId="ea5e8489-c9b3-4643-ad12-f74c0d8d89d3" providerId="ADAL" clId="{5A37BC08-ADFA-432E-B1D8-D2685C35B3C8}" dt="2026-06-03T14:38:00.984" v="1839" actId="20577"/>
        <pc:sldMkLst>
          <pc:docMk/>
          <pc:sldMk cId="2278282666" sldId="258"/>
        </pc:sldMkLst>
        <pc:spChg chg="mod">
          <ac:chgData name="Sebastiaan de Wolf" userId="ea5e8489-c9b3-4643-ad12-f74c0d8d89d3" providerId="ADAL" clId="{5A37BC08-ADFA-432E-B1D8-D2685C35B3C8}" dt="2026-06-03T14:38:00.984" v="1839" actId="20577"/>
          <ac:spMkLst>
            <pc:docMk/>
            <pc:sldMk cId="2278282666" sldId="258"/>
            <ac:spMk id="4" creationId="{C61CE2BE-B763-0C06-8B54-2AD4792E8668}"/>
          </ac:spMkLst>
        </pc:spChg>
      </pc:sldChg>
      <pc:sldChg chg="addSp delSp modSp mod">
        <pc:chgData name="Sebastiaan de Wolf" userId="ea5e8489-c9b3-4643-ad12-f74c0d8d89d3" providerId="ADAL" clId="{5A37BC08-ADFA-432E-B1D8-D2685C35B3C8}" dt="2026-06-03T14:36:33.363" v="1818" actId="1035"/>
        <pc:sldMkLst>
          <pc:docMk/>
          <pc:sldMk cId="1036568137" sldId="260"/>
        </pc:sldMkLst>
        <pc:spChg chg="del mod">
          <ac:chgData name="Sebastiaan de Wolf" userId="ea5e8489-c9b3-4643-ad12-f74c0d8d89d3" providerId="ADAL" clId="{5A37BC08-ADFA-432E-B1D8-D2685C35B3C8}" dt="2026-06-03T14:36:18.275" v="1802" actId="478"/>
          <ac:spMkLst>
            <pc:docMk/>
            <pc:sldMk cId="1036568137" sldId="260"/>
            <ac:spMk id="2" creationId="{2525D79E-FF80-4569-9E20-46D9220AE276}"/>
          </ac:spMkLst>
        </pc:spChg>
        <pc:spChg chg="mod">
          <ac:chgData name="Sebastiaan de Wolf" userId="ea5e8489-c9b3-4643-ad12-f74c0d8d89d3" providerId="ADAL" clId="{5A37BC08-ADFA-432E-B1D8-D2685C35B3C8}" dt="2026-06-03T14:35:07.335" v="1795" actId="1076"/>
          <ac:spMkLst>
            <pc:docMk/>
            <pc:sldMk cId="1036568137" sldId="260"/>
            <ac:spMk id="3" creationId="{3D874945-BC3B-4E7F-4530-F3A04DF401EA}"/>
          </ac:spMkLst>
        </pc:spChg>
        <pc:spChg chg="del">
          <ac:chgData name="Sebastiaan de Wolf" userId="ea5e8489-c9b3-4643-ad12-f74c0d8d89d3" providerId="ADAL" clId="{5A37BC08-ADFA-432E-B1D8-D2685C35B3C8}" dt="2026-06-03T14:34:42.323" v="1789" actId="478"/>
          <ac:spMkLst>
            <pc:docMk/>
            <pc:sldMk cId="1036568137" sldId="260"/>
            <ac:spMk id="4" creationId="{DC91A7D6-4416-C434-8B54-808C746F6266}"/>
          </ac:spMkLst>
        </pc:spChg>
        <pc:spChg chg="mod">
          <ac:chgData name="Sebastiaan de Wolf" userId="ea5e8489-c9b3-4643-ad12-f74c0d8d89d3" providerId="ADAL" clId="{5A37BC08-ADFA-432E-B1D8-D2685C35B3C8}" dt="2026-06-03T14:36:02.711" v="1800" actId="1076"/>
          <ac:spMkLst>
            <pc:docMk/>
            <pc:sldMk cId="1036568137" sldId="260"/>
            <ac:spMk id="7" creationId="{EEF8E66D-953E-0CBE-8789-0E89AA6011C7}"/>
          </ac:spMkLst>
        </pc:spChg>
        <pc:spChg chg="del">
          <ac:chgData name="Sebastiaan de Wolf" userId="ea5e8489-c9b3-4643-ad12-f74c0d8d89d3" providerId="ADAL" clId="{5A37BC08-ADFA-432E-B1D8-D2685C35B3C8}" dt="2026-06-03T14:34:46.546" v="1790" actId="478"/>
          <ac:spMkLst>
            <pc:docMk/>
            <pc:sldMk cId="1036568137" sldId="260"/>
            <ac:spMk id="8" creationId="{8345F575-6B2C-E854-E8B1-A756AFC6E284}"/>
          </ac:spMkLst>
        </pc:spChg>
        <pc:spChg chg="mod">
          <ac:chgData name="Sebastiaan de Wolf" userId="ea5e8489-c9b3-4643-ad12-f74c0d8d89d3" providerId="ADAL" clId="{5A37BC08-ADFA-432E-B1D8-D2685C35B3C8}" dt="2026-06-03T14:35:58.483" v="1799" actId="1076"/>
          <ac:spMkLst>
            <pc:docMk/>
            <pc:sldMk cId="1036568137" sldId="260"/>
            <ac:spMk id="9" creationId="{ABA8439E-0E09-FC1F-3522-59923DC4F9B2}"/>
          </ac:spMkLst>
        </pc:spChg>
        <pc:spChg chg="del">
          <ac:chgData name="Sebastiaan de Wolf" userId="ea5e8489-c9b3-4643-ad12-f74c0d8d89d3" providerId="ADAL" clId="{5A37BC08-ADFA-432E-B1D8-D2685C35B3C8}" dt="2026-06-03T14:34:47.821" v="1791" actId="478"/>
          <ac:spMkLst>
            <pc:docMk/>
            <pc:sldMk cId="1036568137" sldId="260"/>
            <ac:spMk id="10" creationId="{084898CA-0814-7E04-13CF-837806F8789E}"/>
          </ac:spMkLst>
        </pc:spChg>
        <pc:spChg chg="mod">
          <ac:chgData name="Sebastiaan de Wolf" userId="ea5e8489-c9b3-4643-ad12-f74c0d8d89d3" providerId="ADAL" clId="{5A37BC08-ADFA-432E-B1D8-D2685C35B3C8}" dt="2026-06-03T14:35:11.779" v="1796" actId="1076"/>
          <ac:spMkLst>
            <pc:docMk/>
            <pc:sldMk cId="1036568137" sldId="260"/>
            <ac:spMk id="11" creationId="{964D7FD0-21E1-5B1E-DF5E-AB8BA7B05C13}"/>
          </ac:spMkLst>
        </pc:spChg>
        <pc:spChg chg="del">
          <ac:chgData name="Sebastiaan de Wolf" userId="ea5e8489-c9b3-4643-ad12-f74c0d8d89d3" providerId="ADAL" clId="{5A37BC08-ADFA-432E-B1D8-D2685C35B3C8}" dt="2026-06-03T14:34:48.694" v="1792" actId="478"/>
          <ac:spMkLst>
            <pc:docMk/>
            <pc:sldMk cId="1036568137" sldId="260"/>
            <ac:spMk id="12" creationId="{C1E88ADB-BD81-C9DA-F695-FE379D4A6DD9}"/>
          </ac:spMkLst>
        </pc:spChg>
        <pc:spChg chg="mod">
          <ac:chgData name="Sebastiaan de Wolf" userId="ea5e8489-c9b3-4643-ad12-f74c0d8d89d3" providerId="ADAL" clId="{5A37BC08-ADFA-432E-B1D8-D2685C35B3C8}" dt="2026-06-03T14:34:58.247" v="1794" actId="1076"/>
          <ac:spMkLst>
            <pc:docMk/>
            <pc:sldMk cId="1036568137" sldId="260"/>
            <ac:spMk id="13" creationId="{B11A2F20-389B-3E44-60E0-4A48EB70B003}"/>
          </ac:spMkLst>
        </pc:spChg>
        <pc:spChg chg="del">
          <ac:chgData name="Sebastiaan de Wolf" userId="ea5e8489-c9b3-4643-ad12-f74c0d8d89d3" providerId="ADAL" clId="{5A37BC08-ADFA-432E-B1D8-D2685C35B3C8}" dt="2026-06-03T14:34:50.765" v="1793" actId="478"/>
          <ac:spMkLst>
            <pc:docMk/>
            <pc:sldMk cId="1036568137" sldId="260"/>
            <ac:spMk id="14" creationId="{767AC3E2-5E27-77BB-F6F9-6A48544ABBCA}"/>
          </ac:spMkLst>
        </pc:spChg>
        <pc:picChg chg="add mod">
          <ac:chgData name="Sebastiaan de Wolf" userId="ea5e8489-c9b3-4643-ad12-f74c0d8d89d3" providerId="ADAL" clId="{5A37BC08-ADFA-432E-B1D8-D2685C35B3C8}" dt="2026-06-03T14:36:33.363" v="1818" actId="1035"/>
          <ac:picMkLst>
            <pc:docMk/>
            <pc:sldMk cId="1036568137" sldId="260"/>
            <ac:picMk id="16" creationId="{9A96C5AE-38FA-CE51-FFEA-EF4EFD982A8B}"/>
          </ac:picMkLst>
        </pc:picChg>
      </pc:sldChg>
      <pc:sldChg chg="modAnim">
        <pc:chgData name="Sebastiaan de Wolf" userId="ea5e8489-c9b3-4643-ad12-f74c0d8d89d3" providerId="ADAL" clId="{5A37BC08-ADFA-432E-B1D8-D2685C35B3C8}" dt="2026-06-03T14:37:34.110" v="1830"/>
        <pc:sldMkLst>
          <pc:docMk/>
          <pc:sldMk cId="2396475155" sldId="261"/>
        </pc:sldMkLst>
      </pc:sldChg>
      <pc:sldChg chg="addSp delSp modSp mod modAnim modNotesTx">
        <pc:chgData name="Sebastiaan de Wolf" userId="ea5e8489-c9b3-4643-ad12-f74c0d8d89d3" providerId="ADAL" clId="{5A37BC08-ADFA-432E-B1D8-D2685C35B3C8}" dt="2026-06-03T14:30:37.671" v="1757"/>
        <pc:sldMkLst>
          <pc:docMk/>
          <pc:sldMk cId="3667890272" sldId="263"/>
        </pc:sldMkLst>
        <pc:spChg chg="del">
          <ac:chgData name="Sebastiaan de Wolf" userId="ea5e8489-c9b3-4643-ad12-f74c0d8d89d3" providerId="ADAL" clId="{5A37BC08-ADFA-432E-B1D8-D2685C35B3C8}" dt="2026-06-03T13:22:49.578" v="102"/>
          <ac:spMkLst>
            <pc:docMk/>
            <pc:sldMk cId="3667890272" sldId="263"/>
            <ac:spMk id="3" creationId="{A86AB87F-D54A-7357-2025-F3383037BA76}"/>
          </ac:spMkLst>
        </pc:spChg>
        <pc:picChg chg="add mod ord">
          <ac:chgData name="Sebastiaan de Wolf" userId="ea5e8489-c9b3-4643-ad12-f74c0d8d89d3" providerId="ADAL" clId="{5A37BC08-ADFA-432E-B1D8-D2685C35B3C8}" dt="2026-06-03T13:23:11.257" v="111" actId="1076"/>
          <ac:picMkLst>
            <pc:docMk/>
            <pc:sldMk cId="3667890272" sldId="263"/>
            <ac:picMk id="5" creationId="{6E5FB853-33D8-CB96-211E-572A9EA70979}"/>
          </ac:picMkLst>
        </pc:picChg>
        <pc:picChg chg="add mod">
          <ac:chgData name="Sebastiaan de Wolf" userId="ea5e8489-c9b3-4643-ad12-f74c0d8d89d3" providerId="ADAL" clId="{5A37BC08-ADFA-432E-B1D8-D2685C35B3C8}" dt="2026-06-03T13:23:08.623" v="110" actId="1076"/>
          <ac:picMkLst>
            <pc:docMk/>
            <pc:sldMk cId="3667890272" sldId="263"/>
            <ac:picMk id="7" creationId="{1AAFE798-235F-FBC9-1574-0231C5CFB401}"/>
          </ac:picMkLst>
        </pc:picChg>
      </pc:sldChg>
      <pc:sldChg chg="addSp modSp mod modAnim modNotesTx">
        <pc:chgData name="Sebastiaan de Wolf" userId="ea5e8489-c9b3-4643-ad12-f74c0d8d89d3" providerId="ADAL" clId="{5A37BC08-ADFA-432E-B1D8-D2685C35B3C8}" dt="2026-06-04T13:40:05.007" v="2155" actId="20577"/>
        <pc:sldMkLst>
          <pc:docMk/>
          <pc:sldMk cId="3273505113" sldId="264"/>
        </pc:sldMkLst>
        <pc:spChg chg="add mod">
          <ac:chgData name="Sebastiaan de Wolf" userId="ea5e8489-c9b3-4643-ad12-f74c0d8d89d3" providerId="ADAL" clId="{5A37BC08-ADFA-432E-B1D8-D2685C35B3C8}" dt="2026-06-03T14:45:14.358" v="1931" actId="404"/>
          <ac:spMkLst>
            <pc:docMk/>
            <pc:sldMk cId="3273505113" sldId="264"/>
            <ac:spMk id="6" creationId="{95C69116-3667-0B92-B675-92E74D68CAE7}"/>
          </ac:spMkLst>
        </pc:spChg>
        <pc:picChg chg="add mod">
          <ac:chgData name="Sebastiaan de Wolf" userId="ea5e8489-c9b3-4643-ad12-f74c0d8d89d3" providerId="ADAL" clId="{5A37BC08-ADFA-432E-B1D8-D2685C35B3C8}" dt="2026-06-03T14:39:22.418" v="1849" actId="1076"/>
          <ac:picMkLst>
            <pc:docMk/>
            <pc:sldMk cId="3273505113" sldId="264"/>
            <ac:picMk id="2" creationId="{50CE304D-ACDA-DF53-C30D-A4EE5126610A}"/>
          </ac:picMkLst>
        </pc:picChg>
        <pc:picChg chg="add mod">
          <ac:chgData name="Sebastiaan de Wolf" userId="ea5e8489-c9b3-4643-ad12-f74c0d8d89d3" providerId="ADAL" clId="{5A37BC08-ADFA-432E-B1D8-D2685C35B3C8}" dt="2026-06-03T14:45:04.738" v="1928" actId="1076"/>
          <ac:picMkLst>
            <pc:docMk/>
            <pc:sldMk cId="3273505113" sldId="264"/>
            <ac:picMk id="5" creationId="{EB77CBB8-51D6-7E02-1B0F-B876FE51A290}"/>
          </ac:picMkLst>
        </pc:picChg>
      </pc:sldChg>
      <pc:sldChg chg="modSp mod">
        <pc:chgData name="Sebastiaan de Wolf" userId="ea5e8489-c9b3-4643-ad12-f74c0d8d89d3" providerId="ADAL" clId="{5A37BC08-ADFA-432E-B1D8-D2685C35B3C8}" dt="2026-06-03T14:37:51.939" v="1831" actId="113"/>
        <pc:sldMkLst>
          <pc:docMk/>
          <pc:sldMk cId="1375848942" sldId="294"/>
        </pc:sldMkLst>
        <pc:spChg chg="mod">
          <ac:chgData name="Sebastiaan de Wolf" userId="ea5e8489-c9b3-4643-ad12-f74c0d8d89d3" providerId="ADAL" clId="{5A37BC08-ADFA-432E-B1D8-D2685C35B3C8}" dt="2026-06-03T14:37:51.939" v="1831" actId="113"/>
          <ac:spMkLst>
            <pc:docMk/>
            <pc:sldMk cId="1375848942" sldId="294"/>
            <ac:spMk id="2" creationId="{7E8317DB-A06D-765A-B7C4-4FCF6FB9E49A}"/>
          </ac:spMkLst>
        </pc:spChg>
      </pc:sldChg>
      <pc:sldChg chg="modSp mod">
        <pc:chgData name="Sebastiaan de Wolf" userId="ea5e8489-c9b3-4643-ad12-f74c0d8d89d3" providerId="ADAL" clId="{5A37BC08-ADFA-432E-B1D8-D2685C35B3C8}" dt="2026-06-03T14:38:10.504" v="1840" actId="113"/>
        <pc:sldMkLst>
          <pc:docMk/>
          <pc:sldMk cId="3674968835" sldId="296"/>
        </pc:sldMkLst>
        <pc:spChg chg="mod">
          <ac:chgData name="Sebastiaan de Wolf" userId="ea5e8489-c9b3-4643-ad12-f74c0d8d89d3" providerId="ADAL" clId="{5A37BC08-ADFA-432E-B1D8-D2685C35B3C8}" dt="2026-06-03T14:38:10.504" v="1840" actId="113"/>
          <ac:spMkLst>
            <pc:docMk/>
            <pc:sldMk cId="3674968835" sldId="296"/>
            <ac:spMk id="2" creationId="{7A6B1B1F-9176-685C-775A-AA4A4C88ADE2}"/>
          </ac:spMkLst>
        </pc:spChg>
      </pc:sldChg>
      <pc:sldChg chg="ord modAnim">
        <pc:chgData name="Sebastiaan de Wolf" userId="ea5e8489-c9b3-4643-ad12-f74c0d8d89d3" providerId="ADAL" clId="{5A37BC08-ADFA-432E-B1D8-D2685C35B3C8}" dt="2026-06-04T13:34:24.453" v="1937"/>
        <pc:sldMkLst>
          <pc:docMk/>
          <pc:sldMk cId="2512718926" sldId="297"/>
        </pc:sldMkLst>
      </pc:sldChg>
      <pc:sldChg chg="modAnim">
        <pc:chgData name="Sebastiaan de Wolf" userId="ea5e8489-c9b3-4643-ad12-f74c0d8d89d3" providerId="ADAL" clId="{5A37BC08-ADFA-432E-B1D8-D2685C35B3C8}" dt="2026-06-03T14:33:53.798" v="1783"/>
        <pc:sldMkLst>
          <pc:docMk/>
          <pc:sldMk cId="1428484176" sldId="299"/>
        </pc:sldMkLst>
      </pc:sldChg>
      <pc:sldChg chg="modAnim">
        <pc:chgData name="Sebastiaan de Wolf" userId="ea5e8489-c9b3-4643-ad12-f74c0d8d89d3" providerId="ADAL" clId="{5A37BC08-ADFA-432E-B1D8-D2685C35B3C8}" dt="2026-06-03T14:33:47.904" v="1782"/>
        <pc:sldMkLst>
          <pc:docMk/>
          <pc:sldMk cId="3254193213" sldId="300"/>
        </pc:sldMkLst>
      </pc:sldChg>
      <pc:sldChg chg="addSp modSp mod">
        <pc:chgData name="Sebastiaan de Wolf" userId="ea5e8489-c9b3-4643-ad12-f74c0d8d89d3" providerId="ADAL" clId="{5A37BC08-ADFA-432E-B1D8-D2685C35B3C8}" dt="2026-06-03T14:38:23.797" v="1843" actId="113"/>
        <pc:sldMkLst>
          <pc:docMk/>
          <pc:sldMk cId="3089730536" sldId="301"/>
        </pc:sldMkLst>
        <pc:spChg chg="mod">
          <ac:chgData name="Sebastiaan de Wolf" userId="ea5e8489-c9b3-4643-ad12-f74c0d8d89d3" providerId="ADAL" clId="{5A37BC08-ADFA-432E-B1D8-D2685C35B3C8}" dt="2026-06-03T14:38:23.797" v="1843" actId="113"/>
          <ac:spMkLst>
            <pc:docMk/>
            <pc:sldMk cId="3089730536" sldId="301"/>
            <ac:spMk id="2" creationId="{5A4F2906-14F9-7D79-A64B-EA2579A3721C}"/>
          </ac:spMkLst>
        </pc:spChg>
        <pc:picChg chg="add mod">
          <ac:chgData name="Sebastiaan de Wolf" userId="ea5e8489-c9b3-4643-ad12-f74c0d8d89d3" providerId="ADAL" clId="{5A37BC08-ADFA-432E-B1D8-D2685C35B3C8}" dt="2026-06-03T14:38:23.051" v="1842"/>
          <ac:picMkLst>
            <pc:docMk/>
            <pc:sldMk cId="3089730536" sldId="301"/>
            <ac:picMk id="4" creationId="{781A97D6-EF41-1212-56A8-F9D2C3EB0A40}"/>
          </ac:picMkLst>
        </pc:picChg>
      </pc:sldChg>
      <pc:sldChg chg="modSp modNotesTx">
        <pc:chgData name="Sebastiaan de Wolf" userId="ea5e8489-c9b3-4643-ad12-f74c0d8d89d3" providerId="ADAL" clId="{5A37BC08-ADFA-432E-B1D8-D2685C35B3C8}" dt="2026-06-04T13:36:11.669" v="2063" actId="20577"/>
        <pc:sldMkLst>
          <pc:docMk/>
          <pc:sldMk cId="2157430041" sldId="303"/>
        </pc:sldMkLst>
        <pc:spChg chg="mod">
          <ac:chgData name="Sebastiaan de Wolf" userId="ea5e8489-c9b3-4643-ad12-f74c0d8d89d3" providerId="ADAL" clId="{5A37BC08-ADFA-432E-B1D8-D2685C35B3C8}" dt="2026-06-03T14:21:59.288" v="1698" actId="20577"/>
          <ac:spMkLst>
            <pc:docMk/>
            <pc:sldMk cId="2157430041" sldId="303"/>
            <ac:spMk id="3" creationId="{39F72248-F94D-941B-6DD7-1B7D22DA5A53}"/>
          </ac:spMkLst>
        </pc:spChg>
      </pc:sldChg>
      <pc:sldChg chg="modSp">
        <pc:chgData name="Sebastiaan de Wolf" userId="ea5e8489-c9b3-4643-ad12-f74c0d8d89d3" providerId="ADAL" clId="{5A37BC08-ADFA-432E-B1D8-D2685C35B3C8}" dt="2026-06-04T13:37:04.840" v="2098" actId="6549"/>
        <pc:sldMkLst>
          <pc:docMk/>
          <pc:sldMk cId="1951604981" sldId="304"/>
        </pc:sldMkLst>
        <pc:spChg chg="mod">
          <ac:chgData name="Sebastiaan de Wolf" userId="ea5e8489-c9b3-4643-ad12-f74c0d8d89d3" providerId="ADAL" clId="{5A37BC08-ADFA-432E-B1D8-D2685C35B3C8}" dt="2026-06-04T13:37:04.840" v="2098" actId="6549"/>
          <ac:spMkLst>
            <pc:docMk/>
            <pc:sldMk cId="1951604981" sldId="304"/>
            <ac:spMk id="3" creationId="{F7C927D2-0864-1E35-80C4-560B10D38496}"/>
          </ac:spMkLst>
        </pc:spChg>
      </pc:sldChg>
      <pc:sldChg chg="modSp modAnim">
        <pc:chgData name="Sebastiaan de Wolf" userId="ea5e8489-c9b3-4643-ad12-f74c0d8d89d3" providerId="ADAL" clId="{5A37BC08-ADFA-432E-B1D8-D2685C35B3C8}" dt="2026-06-04T13:36:54.536" v="2083" actId="20577"/>
        <pc:sldMkLst>
          <pc:docMk/>
          <pc:sldMk cId="769496704" sldId="305"/>
        </pc:sldMkLst>
        <pc:spChg chg="mod">
          <ac:chgData name="Sebastiaan de Wolf" userId="ea5e8489-c9b3-4643-ad12-f74c0d8d89d3" providerId="ADAL" clId="{5A37BC08-ADFA-432E-B1D8-D2685C35B3C8}" dt="2026-06-04T13:36:54.536" v="2083" actId="20577"/>
          <ac:spMkLst>
            <pc:docMk/>
            <pc:sldMk cId="769496704" sldId="305"/>
            <ac:spMk id="3" creationId="{99518C05-08DA-3EB2-927F-6A50FC811E6D}"/>
          </ac:spMkLst>
        </pc:spChg>
      </pc:sldChg>
      <pc:sldChg chg="modSp mod">
        <pc:chgData name="Sebastiaan de Wolf" userId="ea5e8489-c9b3-4643-ad12-f74c0d8d89d3" providerId="ADAL" clId="{5A37BC08-ADFA-432E-B1D8-D2685C35B3C8}" dt="2026-06-03T14:38:44.906" v="1844" actId="113"/>
        <pc:sldMkLst>
          <pc:docMk/>
          <pc:sldMk cId="4039514971" sldId="306"/>
        </pc:sldMkLst>
        <pc:spChg chg="mod">
          <ac:chgData name="Sebastiaan de Wolf" userId="ea5e8489-c9b3-4643-ad12-f74c0d8d89d3" providerId="ADAL" clId="{5A37BC08-ADFA-432E-B1D8-D2685C35B3C8}" dt="2026-06-03T14:38:44.906" v="1844" actId="113"/>
          <ac:spMkLst>
            <pc:docMk/>
            <pc:sldMk cId="4039514971" sldId="306"/>
            <ac:spMk id="2" creationId="{9B4A8639-6BC2-970E-2594-F1F4EACE8D1E}"/>
          </ac:spMkLst>
        </pc:spChg>
      </pc:sldChg>
      <pc:sldChg chg="modAnim">
        <pc:chgData name="Sebastiaan de Wolf" userId="ea5e8489-c9b3-4643-ad12-f74c0d8d89d3" providerId="ADAL" clId="{5A37BC08-ADFA-432E-B1D8-D2685C35B3C8}" dt="2026-06-03T14:32:01.180" v="1778"/>
        <pc:sldMkLst>
          <pc:docMk/>
          <pc:sldMk cId="4260160211" sldId="307"/>
        </pc:sldMkLst>
      </pc:sldChg>
      <pc:sldChg chg="modAnim">
        <pc:chgData name="Sebastiaan de Wolf" userId="ea5e8489-c9b3-4643-ad12-f74c0d8d89d3" providerId="ADAL" clId="{5A37BC08-ADFA-432E-B1D8-D2685C35B3C8}" dt="2026-06-03T14:32:13.520" v="1781"/>
        <pc:sldMkLst>
          <pc:docMk/>
          <pc:sldMk cId="1417207388" sldId="308"/>
        </pc:sldMkLst>
      </pc:sldChg>
      <pc:sldChg chg="modAnim">
        <pc:chgData name="Sebastiaan de Wolf" userId="ea5e8489-c9b3-4643-ad12-f74c0d8d89d3" providerId="ADAL" clId="{5A37BC08-ADFA-432E-B1D8-D2685C35B3C8}" dt="2026-06-03T14:25:32.264" v="1707"/>
        <pc:sldMkLst>
          <pc:docMk/>
          <pc:sldMk cId="3207487368" sldId="309"/>
        </pc:sldMkLst>
      </pc:sldChg>
      <pc:sldChg chg="modSp">
        <pc:chgData name="Sebastiaan de Wolf" userId="ea5e8489-c9b3-4643-ad12-f74c0d8d89d3" providerId="ADAL" clId="{5A37BC08-ADFA-432E-B1D8-D2685C35B3C8}" dt="2026-06-03T14:26:15.590" v="1724" actId="20577"/>
        <pc:sldMkLst>
          <pc:docMk/>
          <pc:sldMk cId="3979692817" sldId="310"/>
        </pc:sldMkLst>
        <pc:spChg chg="mod">
          <ac:chgData name="Sebastiaan de Wolf" userId="ea5e8489-c9b3-4643-ad12-f74c0d8d89d3" providerId="ADAL" clId="{5A37BC08-ADFA-432E-B1D8-D2685C35B3C8}" dt="2026-06-03T14:26:15.590" v="1724" actId="20577"/>
          <ac:spMkLst>
            <pc:docMk/>
            <pc:sldMk cId="3979692817" sldId="310"/>
            <ac:spMk id="3" creationId="{A2C786A3-A8E0-C04F-D230-CBC7637BA975}"/>
          </ac:spMkLst>
        </pc:spChg>
      </pc:sldChg>
      <pc:sldChg chg="addSp delSp modSp mod modAnim modNotesTx">
        <pc:chgData name="Sebastiaan de Wolf" userId="ea5e8489-c9b3-4643-ad12-f74c0d8d89d3" providerId="ADAL" clId="{5A37BC08-ADFA-432E-B1D8-D2685C35B3C8}" dt="2026-06-03T14:31:05" v="1764"/>
        <pc:sldMkLst>
          <pc:docMk/>
          <pc:sldMk cId="2189255815" sldId="311"/>
        </pc:sldMkLst>
        <pc:spChg chg="del">
          <ac:chgData name="Sebastiaan de Wolf" userId="ea5e8489-c9b3-4643-ad12-f74c0d8d89d3" providerId="ADAL" clId="{5A37BC08-ADFA-432E-B1D8-D2685C35B3C8}" dt="2026-06-03T13:30:07.763" v="768"/>
          <ac:spMkLst>
            <pc:docMk/>
            <pc:sldMk cId="2189255815" sldId="311"/>
            <ac:spMk id="3" creationId="{D5DDF0D1-85F1-E0B2-C137-2FEC2633E3F8}"/>
          </ac:spMkLst>
        </pc:spChg>
        <pc:picChg chg="add mod ord">
          <ac:chgData name="Sebastiaan de Wolf" userId="ea5e8489-c9b3-4643-ad12-f74c0d8d89d3" providerId="ADAL" clId="{5A37BC08-ADFA-432E-B1D8-D2685C35B3C8}" dt="2026-06-03T13:30:14.734" v="771" actId="1076"/>
          <ac:picMkLst>
            <pc:docMk/>
            <pc:sldMk cId="2189255815" sldId="311"/>
            <ac:picMk id="5" creationId="{6EEA9A24-46B2-6B74-9B55-A34EC4A781A4}"/>
          </ac:picMkLst>
        </pc:picChg>
      </pc:sldChg>
      <pc:sldChg chg="addSp delSp modSp mod modAnim modNotesTx">
        <pc:chgData name="Sebastiaan de Wolf" userId="ea5e8489-c9b3-4643-ad12-f74c0d8d89d3" providerId="ADAL" clId="{5A37BC08-ADFA-432E-B1D8-D2685C35B3C8}" dt="2026-06-03T14:31:09.569" v="1765"/>
        <pc:sldMkLst>
          <pc:docMk/>
          <pc:sldMk cId="3862856937" sldId="312"/>
        </pc:sldMkLst>
        <pc:spChg chg="mod">
          <ac:chgData name="Sebastiaan de Wolf" userId="ea5e8489-c9b3-4643-ad12-f74c0d8d89d3" providerId="ADAL" clId="{5A37BC08-ADFA-432E-B1D8-D2685C35B3C8}" dt="2026-06-03T13:36:43.720" v="1146" actId="20577"/>
          <ac:spMkLst>
            <pc:docMk/>
            <pc:sldMk cId="3862856937" sldId="312"/>
            <ac:spMk id="2" creationId="{57821B96-DDB5-B8D5-0E49-4F134B2C1F3B}"/>
          </ac:spMkLst>
        </pc:spChg>
        <pc:spChg chg="del">
          <ac:chgData name="Sebastiaan de Wolf" userId="ea5e8489-c9b3-4643-ad12-f74c0d8d89d3" providerId="ADAL" clId="{5A37BC08-ADFA-432E-B1D8-D2685C35B3C8}" dt="2026-06-03T13:35:04.181" v="1059"/>
          <ac:spMkLst>
            <pc:docMk/>
            <pc:sldMk cId="3862856937" sldId="312"/>
            <ac:spMk id="3" creationId="{16C34268-07F9-5A6F-18AF-0CAD185530D7}"/>
          </ac:spMkLst>
        </pc:spChg>
        <pc:spChg chg="add del mod">
          <ac:chgData name="Sebastiaan de Wolf" userId="ea5e8489-c9b3-4643-ad12-f74c0d8d89d3" providerId="ADAL" clId="{5A37BC08-ADFA-432E-B1D8-D2685C35B3C8}" dt="2026-06-03T13:36:31.210" v="1138" actId="478"/>
          <ac:spMkLst>
            <pc:docMk/>
            <pc:sldMk cId="3862856937" sldId="312"/>
            <ac:spMk id="7" creationId="{C79D3CFF-D43F-17DB-2D9E-21EF708C99A2}"/>
          </ac:spMkLst>
        </pc:spChg>
        <pc:picChg chg="add del mod ord">
          <ac:chgData name="Sebastiaan de Wolf" userId="ea5e8489-c9b3-4643-ad12-f74c0d8d89d3" providerId="ADAL" clId="{5A37BC08-ADFA-432E-B1D8-D2685C35B3C8}" dt="2026-06-03T13:36:46.120" v="1147" actId="166"/>
          <ac:picMkLst>
            <pc:docMk/>
            <pc:sldMk cId="3862856937" sldId="312"/>
            <ac:picMk id="5" creationId="{E27E5387-1C9C-6525-02FA-8FABD1671DF3}"/>
          </ac:picMkLst>
        </pc:picChg>
      </pc:sldChg>
      <pc:sldChg chg="addSp delSp modSp add mod modAnim modNotesTx">
        <pc:chgData name="Sebastiaan de Wolf" userId="ea5e8489-c9b3-4643-ad12-f74c0d8d89d3" providerId="ADAL" clId="{5A37BC08-ADFA-432E-B1D8-D2685C35B3C8}" dt="2026-06-03T14:30:58.016" v="1762"/>
        <pc:sldMkLst>
          <pc:docMk/>
          <pc:sldMk cId="972370595" sldId="313"/>
        </pc:sldMkLst>
        <pc:spChg chg="add del mod">
          <ac:chgData name="Sebastiaan de Wolf" userId="ea5e8489-c9b3-4643-ad12-f74c0d8d89d3" providerId="ADAL" clId="{5A37BC08-ADFA-432E-B1D8-D2685C35B3C8}" dt="2026-06-03T13:23:24.628" v="116"/>
          <ac:spMkLst>
            <pc:docMk/>
            <pc:sldMk cId="972370595" sldId="313"/>
            <ac:spMk id="4" creationId="{44B5F811-42FC-2EEE-5BA6-563657FCEB4F}"/>
          </ac:spMkLst>
        </pc:spChg>
        <pc:picChg chg="del">
          <ac:chgData name="Sebastiaan de Wolf" userId="ea5e8489-c9b3-4643-ad12-f74c0d8d89d3" providerId="ADAL" clId="{5A37BC08-ADFA-432E-B1D8-D2685C35B3C8}" dt="2026-06-03T13:23:19.066" v="113" actId="478"/>
          <ac:picMkLst>
            <pc:docMk/>
            <pc:sldMk cId="972370595" sldId="313"/>
            <ac:picMk id="5" creationId="{F4762A40-2214-C378-D1FE-50F9FA5845BF}"/>
          </ac:picMkLst>
        </pc:picChg>
        <pc:picChg chg="del">
          <ac:chgData name="Sebastiaan de Wolf" userId="ea5e8489-c9b3-4643-ad12-f74c0d8d89d3" providerId="ADAL" clId="{5A37BC08-ADFA-432E-B1D8-D2685C35B3C8}" dt="2026-06-03T13:23:20.939" v="114" actId="478"/>
          <ac:picMkLst>
            <pc:docMk/>
            <pc:sldMk cId="972370595" sldId="313"/>
            <ac:picMk id="7" creationId="{1DA703F0-892A-923E-79AB-052B8FD06F5B}"/>
          </ac:picMkLst>
        </pc:picChg>
        <pc:picChg chg="add mod ord">
          <ac:chgData name="Sebastiaan de Wolf" userId="ea5e8489-c9b3-4643-ad12-f74c0d8d89d3" providerId="ADAL" clId="{5A37BC08-ADFA-432E-B1D8-D2685C35B3C8}" dt="2026-06-03T13:24:10.976" v="124" actId="1076"/>
          <ac:picMkLst>
            <pc:docMk/>
            <pc:sldMk cId="972370595" sldId="313"/>
            <ac:picMk id="8" creationId="{D75E4909-98AA-78A4-849B-3BF2FFF6F6D2}"/>
          </ac:picMkLst>
        </pc:picChg>
      </pc:sldChg>
      <pc:sldChg chg="addSp delSp modSp add mod ord modAnim modNotesTx">
        <pc:chgData name="Sebastiaan de Wolf" userId="ea5e8489-c9b3-4643-ad12-f74c0d8d89d3" providerId="ADAL" clId="{5A37BC08-ADFA-432E-B1D8-D2685C35B3C8}" dt="2026-06-03T14:31:01.804" v="1763"/>
        <pc:sldMkLst>
          <pc:docMk/>
          <pc:sldMk cId="2621856125" sldId="314"/>
        </pc:sldMkLst>
        <pc:spChg chg="add del mod">
          <ac:chgData name="Sebastiaan de Wolf" userId="ea5e8489-c9b3-4643-ad12-f74c0d8d89d3" providerId="ADAL" clId="{5A37BC08-ADFA-432E-B1D8-D2685C35B3C8}" dt="2026-06-03T13:31:09.758" v="777"/>
          <ac:spMkLst>
            <pc:docMk/>
            <pc:sldMk cId="2621856125" sldId="314"/>
            <ac:spMk id="4" creationId="{A6F1B61A-9C9B-A44A-E81B-17677413AB43}"/>
          </ac:spMkLst>
        </pc:spChg>
        <pc:picChg chg="del">
          <ac:chgData name="Sebastiaan de Wolf" userId="ea5e8489-c9b3-4643-ad12-f74c0d8d89d3" providerId="ADAL" clId="{5A37BC08-ADFA-432E-B1D8-D2685C35B3C8}" dt="2026-06-03T13:31:06.448" v="775" actId="478"/>
          <ac:picMkLst>
            <pc:docMk/>
            <pc:sldMk cId="2621856125" sldId="314"/>
            <ac:picMk id="5" creationId="{B79B57DB-884B-B896-BB4F-ECCCAD046949}"/>
          </ac:picMkLst>
        </pc:picChg>
        <pc:picChg chg="add mod ord">
          <ac:chgData name="Sebastiaan de Wolf" userId="ea5e8489-c9b3-4643-ad12-f74c0d8d89d3" providerId="ADAL" clId="{5A37BC08-ADFA-432E-B1D8-D2685C35B3C8}" dt="2026-06-03T13:31:17.263" v="779" actId="1076"/>
          <ac:picMkLst>
            <pc:docMk/>
            <pc:sldMk cId="2621856125" sldId="314"/>
            <ac:picMk id="7" creationId="{9159A806-F1E3-28AA-52D1-27DF87E62EED}"/>
          </ac:picMkLst>
        </pc:picChg>
      </pc:sldChg>
      <pc:sldChg chg="addSp delSp modSp add mod ord modAnim modNotesTx">
        <pc:chgData name="Sebastiaan de Wolf" userId="ea5e8489-c9b3-4643-ad12-f74c0d8d89d3" providerId="ADAL" clId="{5A37BC08-ADFA-432E-B1D8-D2685C35B3C8}" dt="2026-06-03T14:31:12.149" v="1766"/>
        <pc:sldMkLst>
          <pc:docMk/>
          <pc:sldMk cId="2520672107" sldId="315"/>
        </pc:sldMkLst>
        <pc:spChg chg="mod">
          <ac:chgData name="Sebastiaan de Wolf" userId="ea5e8489-c9b3-4643-ad12-f74c0d8d89d3" providerId="ADAL" clId="{5A37BC08-ADFA-432E-B1D8-D2685C35B3C8}" dt="2026-06-03T13:36:54.459" v="1157" actId="20577"/>
          <ac:spMkLst>
            <pc:docMk/>
            <pc:sldMk cId="2520672107" sldId="315"/>
            <ac:spMk id="2" creationId="{ACA0392B-B664-A2AA-571A-A9314D7D2522}"/>
          </ac:spMkLst>
        </pc:spChg>
        <pc:spChg chg="add del mod">
          <ac:chgData name="Sebastiaan de Wolf" userId="ea5e8489-c9b3-4643-ad12-f74c0d8d89d3" providerId="ADAL" clId="{5A37BC08-ADFA-432E-B1D8-D2685C35B3C8}" dt="2026-06-03T13:37:19.947" v="1174"/>
          <ac:spMkLst>
            <pc:docMk/>
            <pc:sldMk cId="2520672107" sldId="315"/>
            <ac:spMk id="4" creationId="{90152487-D907-5E3A-63B9-237EA54890EF}"/>
          </ac:spMkLst>
        </pc:spChg>
        <pc:picChg chg="del">
          <ac:chgData name="Sebastiaan de Wolf" userId="ea5e8489-c9b3-4643-ad12-f74c0d8d89d3" providerId="ADAL" clId="{5A37BC08-ADFA-432E-B1D8-D2685C35B3C8}" dt="2026-06-03T13:36:56.348" v="1158" actId="478"/>
          <ac:picMkLst>
            <pc:docMk/>
            <pc:sldMk cId="2520672107" sldId="315"/>
            <ac:picMk id="5" creationId="{06063C2B-8F07-CE37-2BCC-AFCF35598A72}"/>
          </ac:picMkLst>
        </pc:picChg>
        <pc:picChg chg="add mod ord">
          <ac:chgData name="Sebastiaan de Wolf" userId="ea5e8489-c9b3-4643-ad12-f74c0d8d89d3" providerId="ADAL" clId="{5A37BC08-ADFA-432E-B1D8-D2685C35B3C8}" dt="2026-06-03T13:37:36.501" v="1181" actId="1076"/>
          <ac:picMkLst>
            <pc:docMk/>
            <pc:sldMk cId="2520672107" sldId="315"/>
            <ac:picMk id="7" creationId="{6B33EC53-70A6-BD0A-8B47-C8E62F039EAA}"/>
          </ac:picMkLst>
        </pc:picChg>
      </pc:sldChg>
      <pc:sldChg chg="addSp delSp modSp add mod modAnim modNotesTx">
        <pc:chgData name="Sebastiaan de Wolf" userId="ea5e8489-c9b3-4643-ad12-f74c0d8d89d3" providerId="ADAL" clId="{5A37BC08-ADFA-432E-B1D8-D2685C35B3C8}" dt="2026-06-03T14:31:15.061" v="1767"/>
        <pc:sldMkLst>
          <pc:docMk/>
          <pc:sldMk cId="3648394224" sldId="316"/>
        </pc:sldMkLst>
        <pc:spChg chg="add del mod">
          <ac:chgData name="Sebastiaan de Wolf" userId="ea5e8489-c9b3-4643-ad12-f74c0d8d89d3" providerId="ADAL" clId="{5A37BC08-ADFA-432E-B1D8-D2685C35B3C8}" dt="2026-06-03T13:44:57.506" v="1548"/>
          <ac:spMkLst>
            <pc:docMk/>
            <pc:sldMk cId="3648394224" sldId="316"/>
            <ac:spMk id="4" creationId="{E99FB6A7-69CE-26C8-343F-BA78C4C3856C}"/>
          </ac:spMkLst>
        </pc:spChg>
        <pc:picChg chg="add mod ord">
          <ac:chgData name="Sebastiaan de Wolf" userId="ea5e8489-c9b3-4643-ad12-f74c0d8d89d3" providerId="ADAL" clId="{5A37BC08-ADFA-432E-B1D8-D2685C35B3C8}" dt="2026-06-03T13:45:05.146" v="1551" actId="1076"/>
          <ac:picMkLst>
            <pc:docMk/>
            <pc:sldMk cId="3648394224" sldId="316"/>
            <ac:picMk id="6" creationId="{A4CCDA74-598F-19EA-0673-22F19CF0EA65}"/>
          </ac:picMkLst>
        </pc:picChg>
        <pc:picChg chg="del">
          <ac:chgData name="Sebastiaan de Wolf" userId="ea5e8489-c9b3-4643-ad12-f74c0d8d89d3" providerId="ADAL" clId="{5A37BC08-ADFA-432E-B1D8-D2685C35B3C8}" dt="2026-06-03T13:44:32.499" v="1546" actId="478"/>
          <ac:picMkLst>
            <pc:docMk/>
            <pc:sldMk cId="3648394224" sldId="316"/>
            <ac:picMk id="7" creationId="{17E4F09B-3EBC-03EE-F243-DAAA9797BCEE}"/>
          </ac:picMkLst>
        </pc:picChg>
      </pc:sldChg>
      <pc:sldChg chg="addSp modSp new mod">
        <pc:chgData name="Sebastiaan de Wolf" userId="ea5e8489-c9b3-4643-ad12-f74c0d8d89d3" providerId="ADAL" clId="{5A37BC08-ADFA-432E-B1D8-D2685C35B3C8}" dt="2026-06-03T14:39:07.245" v="1847" actId="113"/>
        <pc:sldMkLst>
          <pc:docMk/>
          <pc:sldMk cId="1151908424" sldId="317"/>
        </pc:sldMkLst>
        <pc:spChg chg="mod">
          <ac:chgData name="Sebastiaan de Wolf" userId="ea5e8489-c9b3-4643-ad12-f74c0d8d89d3" providerId="ADAL" clId="{5A37BC08-ADFA-432E-B1D8-D2685C35B3C8}" dt="2026-06-03T14:39:07.245" v="1847" actId="113"/>
          <ac:spMkLst>
            <pc:docMk/>
            <pc:sldMk cId="1151908424" sldId="317"/>
            <ac:spMk id="2" creationId="{4EE387E8-B2FE-982E-5C3F-395C614F321D}"/>
          </ac:spMkLst>
        </pc:spChg>
        <pc:picChg chg="add mod">
          <ac:chgData name="Sebastiaan de Wolf" userId="ea5e8489-c9b3-4643-ad12-f74c0d8d89d3" providerId="ADAL" clId="{5A37BC08-ADFA-432E-B1D8-D2685C35B3C8}" dt="2026-06-03T14:39:05.299" v="1846"/>
          <ac:picMkLst>
            <pc:docMk/>
            <pc:sldMk cId="1151908424" sldId="317"/>
            <ac:picMk id="4" creationId="{08F38DB7-E78C-A1AC-493E-8B65908DF59C}"/>
          </ac:picMkLst>
        </pc:picChg>
      </pc:sldChg>
      <pc:sldChg chg="new add del">
        <pc:chgData name="Sebastiaan de Wolf" userId="ea5e8489-c9b3-4643-ad12-f74c0d8d89d3" providerId="ADAL" clId="{5A37BC08-ADFA-432E-B1D8-D2685C35B3C8}" dt="2026-06-04T12:26:37.409" v="1935" actId="47"/>
        <pc:sldMkLst>
          <pc:docMk/>
          <pc:sldMk cId="1483865521" sldId="31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r>
            <a:rPr lang="en-US" dirty="0">
              <a:solidFill>
                <a:srgbClr val="FC7840"/>
              </a:solidFill>
              <a:latin typeface="+mn-lt"/>
            </a:rPr>
            <a:t>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r>
            <a:rPr lang="en-US" sz="1800" dirty="0">
              <a:latin typeface="+mn-lt"/>
            </a:rPr>
            <a:t>Device data changes</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r>
            <a:rPr lang="en-US" sz="1800" dirty="0">
              <a:latin typeface="+mn-lt"/>
            </a:rPr>
            <a:t>Intune pulls in data</a:t>
          </a: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FD9CA14A-483C-4869-B0C1-7C5FB7EEDBCC}">
      <dgm:prSet phldrT="[Text]" phldr="0" custT="1"/>
      <dgm:spPr/>
      <dgm:t>
        <a:bodyPr/>
        <a:lstStyle/>
        <a:p>
          <a:pPr>
            <a:defRPr b="1"/>
          </a:pPr>
          <a:r>
            <a:rPr lang="en-US" sz="1800" dirty="0">
              <a:latin typeface="+mn-lt"/>
            </a:rPr>
            <a:t> </a:t>
          </a:r>
          <a:r>
            <a:rPr lang="en-US" sz="1800" dirty="0">
              <a:solidFill>
                <a:srgbClr val="FC7840"/>
              </a:solidFill>
              <a:latin typeface="+mn-lt"/>
            </a:rPr>
            <a:t>3</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defRPr b="1"/>
          </a:pPr>
          <a:r>
            <a:rPr lang="en-US" dirty="0">
              <a:solidFill>
                <a:schemeClr val="accent2">
                  <a:lumMod val="60000"/>
                  <a:lumOff val="40000"/>
                </a:schemeClr>
              </a:solidFill>
              <a:latin typeface="+mn-lt"/>
            </a:rPr>
            <a:t>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r>
            <a:rPr lang="en-US" sz="1800" dirty="0">
              <a:latin typeface="+mn-lt"/>
            </a:rPr>
            <a:t>Process data &amp; fire alerts</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E4047AB4-2F22-4E90-9FC3-FECD41D5D42A}">
      <dgm:prSet phldrT="[Text]" phldr="0" custT="1"/>
      <dgm:spPr/>
      <dgm:t>
        <a:bodyPr/>
        <a:lstStyle/>
        <a:p>
          <a:r>
            <a:rPr lang="en-US" sz="1800" dirty="0">
              <a:latin typeface="+mn-lt"/>
            </a:rPr>
            <a:t>You pull in data</a:t>
          </a:r>
        </a:p>
      </dgm:t>
    </dgm:pt>
    <dgm:pt modelId="{EFC48E4C-5037-4B79-989D-C6FAD091AADB}" type="parTrans" cxnId="{A7639A95-82DE-4CE9-A5AB-02EDAC789A31}">
      <dgm:prSet/>
      <dgm:spPr/>
      <dgm:t>
        <a:bodyPr/>
        <a:lstStyle/>
        <a:p>
          <a:endParaRPr lang="en-US"/>
        </a:p>
      </dgm:t>
    </dgm:pt>
    <dgm:pt modelId="{EC38D5C6-0ED3-4CCB-B24C-2DA678E01817}" type="sibTrans" cxnId="{A7639A95-82DE-4CE9-A5AB-02EDAC789A31}">
      <dgm:prSet/>
      <dgm:spPr/>
      <dgm:t>
        <a:bodyPr/>
        <a:lstStyle/>
        <a:p>
          <a:endParaRPr lang="en-US"/>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4B429E49-A270-431B-AAB7-67719B530130}" type="pres">
      <dgm:prSet presAssocID="{FD9CA14A-483C-4869-B0C1-7C5FB7EEDBCC}" presName="composite" presStyleCnt="0"/>
      <dgm:spPr/>
    </dgm:pt>
    <dgm:pt modelId="{9F783EC6-3A3C-4E21-9DBD-E2855AEC4B7F}" type="pres">
      <dgm:prSet presAssocID="{FD9CA14A-483C-4869-B0C1-7C5FB7EEDBCC}" presName="L1TextContainer" presStyleLbl="revTx" presStyleIdx="2" presStyleCnt="4">
        <dgm:presLayoutVars>
          <dgm:chMax val="1"/>
          <dgm:chPref val="1"/>
          <dgm:bulletEnabled val="1"/>
        </dgm:presLayoutVars>
      </dgm:prSet>
      <dgm:spPr/>
    </dgm:pt>
    <dgm:pt modelId="{350E43DD-14EC-466E-92CE-E01EB03A77D1}" type="pres">
      <dgm:prSet presAssocID="{FD9CA14A-483C-4869-B0C1-7C5FB7EEDBCC}" presName="L2TextContainerWrapper" presStyleCnt="0">
        <dgm:presLayoutVars>
          <dgm:chMax val="0"/>
          <dgm:chPref val="0"/>
          <dgm:bulletEnabled val="1"/>
        </dgm:presLayoutVars>
      </dgm:prSet>
      <dgm:spPr/>
    </dgm:pt>
    <dgm:pt modelId="{3EB2FFAF-801A-47F3-9F96-35F9BB027ADE}" type="pres">
      <dgm:prSet presAssocID="{FD9CA14A-483C-4869-B0C1-7C5FB7EEDBCC}" presName="L2TextContainer" presStyleLbl="bgAcc1" presStyleIdx="2" presStyleCnt="4"/>
      <dgm:spPr/>
    </dgm:pt>
    <dgm:pt modelId="{5A29EC24-FE46-4C82-BC4A-AB160C35B5F6}" type="pres">
      <dgm:prSet presAssocID="{FD9CA14A-483C-4869-B0C1-7C5FB7EEDBCC}" presName="FlexibleEmptyPlaceHolder" presStyleCnt="0"/>
      <dgm:spPr/>
    </dgm:pt>
    <dgm:pt modelId="{40E0F625-6804-4CBA-AA95-152D6B93D8B5}" type="pres">
      <dgm:prSet presAssocID="{FD9CA14A-483C-4869-B0C1-7C5FB7EEDBCC}"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39ED14C5-2DAB-4A88-8492-27A3D0C88CD5}" type="pres">
      <dgm:prSet presAssocID="{FD9CA14A-483C-4869-B0C1-7C5FB7EEDBCC}" presName="ConnectorPoint" presStyleLbl="alignNode1" presStyleIdx="2" presStyleCnt="4"/>
      <dgm:spPr/>
    </dgm:pt>
    <dgm:pt modelId="{EF3A0C1B-89D2-4473-9484-464E273762EC}" type="pres">
      <dgm:prSet presAssocID="{FD9CA14A-483C-4869-B0C1-7C5FB7EEDBCC}" presName="EmptyPlaceHolder" presStyleCnt="0"/>
      <dgm:spPr/>
    </dgm:pt>
    <dgm:pt modelId="{53F23F8A-E633-45FA-9420-F648CBDC8DC2}" type="pres">
      <dgm:prSet presAssocID="{914BB93C-EA8A-4B5B-8F06-30DA7C7F4B7B}"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26F3817-7C56-4375-A89D-6007E983C4B7}" type="presOf" srcId="{FD9CA14A-483C-4869-B0C1-7C5FB7EEDBCC}" destId="{9F783EC6-3A3C-4E21-9DBD-E2855AEC4B7F}" srcOrd="0" destOrd="0" presId="urn:microsoft.com/office/officeart/2016/7/layout/BasicTimeline"/>
    <dgm:cxn modelId="{22B7E033-C6B8-4022-876B-271062A03A51}" type="presOf" srcId="{D2FE027B-4161-41E1-B4D4-02AECB2E3FA0}" destId="{F782935D-BBBD-4420-826A-F71C517659B6}" srcOrd="0" destOrd="0" presId="urn:microsoft.com/office/officeart/2016/7/layout/BasicTimeline"/>
    <dgm:cxn modelId="{843EEB34-B0C2-49E8-BC6A-CC6C6A8B12AF}" type="presOf" srcId="{E4047AB4-2F22-4E90-9FC3-FECD41D5D42A}" destId="{3EB2FFAF-801A-47F3-9F96-35F9BB027ADE}" srcOrd="0" destOrd="0" presId="urn:microsoft.com/office/officeart/2016/7/layout/BasicTimeline"/>
    <dgm:cxn modelId="{5EDA943F-300F-408A-A52E-3D5140FD5C22}" srcId="{A66480AC-C0DE-4E5E-9ECD-9AE37E3FCB79}" destId="{FD9CA14A-483C-4869-B0C1-7C5FB7EEDBCC}" srcOrd="2" destOrd="0" parTransId="{8182A92F-45BA-4CD1-8E43-0B0810A50FEB}" sibTransId="{914BB93C-EA8A-4B5B-8F06-30DA7C7F4B7B}"/>
    <dgm:cxn modelId="{D3D81948-D963-4D1E-AE16-9705EAF510FC}" srcId="{A66480AC-C0DE-4E5E-9ECD-9AE37E3FCB79}" destId="{A8C03FBB-4A75-4460-AEA6-DEAEB9C61496}" srcOrd="0" destOrd="0" parTransId="{4E972F7F-4B1B-47AA-A25B-1FFC561F1C76}" sibTransId="{67361508-930A-4A23-8CFC-BB56DA645C3C}"/>
    <dgm:cxn modelId="{CE8DCA69-1D43-44C7-BAC1-214CCAF6E9A3}" type="presOf" srcId="{8A04F340-E8E1-4146-9905-E7ADCAEAABD7}" destId="{DADAA0C9-3E42-4088-8622-30E9F6EA139A}" srcOrd="0" destOrd="0" presId="urn:microsoft.com/office/officeart/2016/7/layout/BasicTimeline"/>
    <dgm:cxn modelId="{A7639A95-82DE-4CE9-A5AB-02EDAC789A31}" srcId="{FD9CA14A-483C-4869-B0C1-7C5FB7EEDBCC}" destId="{E4047AB4-2F22-4E90-9FC3-FECD41D5D42A}" srcOrd="0" destOrd="0" parTransId="{EFC48E4C-5037-4B79-989D-C6FAD091AADB}" sibTransId="{EC38D5C6-0ED3-4CCB-B24C-2DA678E01817}"/>
    <dgm:cxn modelId="{4F4F82A2-02F1-492B-96C1-46C070BEFCE3}" srcId="{A66480AC-C0DE-4E5E-9ECD-9AE37E3FCB79}" destId="{D2FE027B-4161-41E1-B4D4-02AECB2E3FA0}" srcOrd="3" destOrd="0" parTransId="{88680CFE-3CE0-4842-B3D3-716D3B671238}" sibTransId="{4D59E06B-629C-40B5-96D3-423B7A56C945}"/>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EEE336D5-1B30-4E2F-AD74-5CCD4821F2E8}" type="presOf" srcId="{2BE415B7-7185-4956-8487-237B40BC0EE5}" destId="{6C3A59BD-6D45-4573-B098-8CB5207F194D}" srcOrd="0" destOrd="0" presId="urn:microsoft.com/office/officeart/2016/7/layout/BasicTimeline"/>
    <dgm:cxn modelId="{6C1C25D9-8A36-4542-821A-A94C9DB5B3F6}" type="presOf" srcId="{5E71F362-34DF-4EEC-92A3-0EFE450E05E4}" destId="{BA29120C-7C6B-4F62-9079-4AD528BC0744}" srcOrd="0" destOrd="0" presId="urn:microsoft.com/office/officeart/2016/7/layout/BasicTimeline"/>
    <dgm:cxn modelId="{C57A90E0-ECF4-462A-9B27-64C8FA05DDED}" type="presOf" srcId="{91969DED-4CB8-4A14-A50B-3F7B848E46B5}" destId="{60D0713D-AF69-4AF8-B071-F65622790886}" srcOrd="0" destOrd="0" presId="urn:microsoft.com/office/officeart/2016/7/layout/BasicTimeline"/>
    <dgm:cxn modelId="{403E30EA-CA23-4A5A-9D22-DF82F93CFF08}" type="presOf" srcId="{A66480AC-C0DE-4E5E-9ECD-9AE37E3FCB79}" destId="{9FFA803F-EA25-49D8-A073-96E9747E345F}"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39E930FD-88D4-47EB-8BD0-7D1B6AEDB3FE}" type="presOf" srcId="{A8C03FBB-4A75-4460-AEA6-DEAEB9C61496}" destId="{FE5C7F33-9326-49FB-89A3-8A20163AD994}" srcOrd="0" destOrd="0" presId="urn:microsoft.com/office/officeart/2016/7/layout/BasicTimeline"/>
    <dgm:cxn modelId="{28C0444D-DFC7-4379-8B65-0723F43BE134}" type="presParOf" srcId="{9FFA803F-EA25-49D8-A073-96E9747E345F}" destId="{EE0E6265-BE99-48D1-8879-DB5A75D6D78E}" srcOrd="0" destOrd="0" presId="urn:microsoft.com/office/officeart/2016/7/layout/BasicTimeline"/>
    <dgm:cxn modelId="{AD39FF72-ABEA-41D6-8C2E-DF15DD96971B}" type="presParOf" srcId="{9FFA803F-EA25-49D8-A073-96E9747E345F}" destId="{BDA8F949-88B8-486D-9E41-ABA1463A8926}" srcOrd="1" destOrd="0" presId="urn:microsoft.com/office/officeart/2016/7/layout/BasicTimeline"/>
    <dgm:cxn modelId="{2681FDCF-2D37-413B-82B2-8889463EF5CA}" type="presParOf" srcId="{BDA8F949-88B8-486D-9E41-ABA1463A8926}" destId="{A41AEE8D-8763-4311-BB07-B499A93D76EA}" srcOrd="0" destOrd="0" presId="urn:microsoft.com/office/officeart/2016/7/layout/BasicTimeline"/>
    <dgm:cxn modelId="{7DE52AE8-82FF-4162-8B5C-92A531118E75}" type="presParOf" srcId="{A41AEE8D-8763-4311-BB07-B499A93D76EA}" destId="{FE5C7F33-9326-49FB-89A3-8A20163AD994}" srcOrd="0" destOrd="0" presId="urn:microsoft.com/office/officeart/2016/7/layout/BasicTimeline"/>
    <dgm:cxn modelId="{3FBE3238-D3CB-4768-A8B5-43C80F436BE6}" type="presParOf" srcId="{A41AEE8D-8763-4311-BB07-B499A93D76EA}" destId="{C51067AB-548D-47E7-B9DD-C7A4C9600F8C}" srcOrd="1" destOrd="0" presId="urn:microsoft.com/office/officeart/2016/7/layout/BasicTimeline"/>
    <dgm:cxn modelId="{704848E0-4702-4CC8-A089-1B18BA2110F1}" type="presParOf" srcId="{C51067AB-548D-47E7-B9DD-C7A4C9600F8C}" destId="{BA29120C-7C6B-4F62-9079-4AD528BC0744}" srcOrd="0" destOrd="0" presId="urn:microsoft.com/office/officeart/2016/7/layout/BasicTimeline"/>
    <dgm:cxn modelId="{36FB3175-E1A3-48D1-89B2-B29675EF1DD9}" type="presParOf" srcId="{C51067AB-548D-47E7-B9DD-C7A4C9600F8C}" destId="{617B6CDA-9351-44EF-9011-41758FE93851}" srcOrd="1" destOrd="0" presId="urn:microsoft.com/office/officeart/2016/7/layout/BasicTimeline"/>
    <dgm:cxn modelId="{AD85F1CC-35D6-4A4F-A4F4-8F63204DFE08}" type="presParOf" srcId="{A41AEE8D-8763-4311-BB07-B499A93D76EA}" destId="{A95DB80B-444A-4D69-B205-3A801BB8524A}" srcOrd="2" destOrd="0" presId="urn:microsoft.com/office/officeart/2016/7/layout/BasicTimeline"/>
    <dgm:cxn modelId="{0BA0FBE5-1935-40D7-AA97-52945F71C347}" type="presParOf" srcId="{A41AEE8D-8763-4311-BB07-B499A93D76EA}" destId="{FA19A0AA-8B0B-4AA8-A80D-08CFFDD3F112}" srcOrd="3" destOrd="0" presId="urn:microsoft.com/office/officeart/2016/7/layout/BasicTimeline"/>
    <dgm:cxn modelId="{D40142CB-415C-4899-BB4C-F188BCEA5805}" type="presParOf" srcId="{A41AEE8D-8763-4311-BB07-B499A93D76EA}" destId="{C298CC98-EF08-4D23-94A2-F58DEE6D7DE4}" srcOrd="4" destOrd="0" presId="urn:microsoft.com/office/officeart/2016/7/layout/BasicTimeline"/>
    <dgm:cxn modelId="{BF17A5A3-009A-407E-B5FD-629AF5FEC211}" type="presParOf" srcId="{BDA8F949-88B8-486D-9E41-ABA1463A8926}" destId="{F3D981F8-7433-4E93-99E6-2B447306B973}" srcOrd="1" destOrd="0" presId="urn:microsoft.com/office/officeart/2016/7/layout/BasicTimeline"/>
    <dgm:cxn modelId="{D44C1418-4019-4E2F-88C5-3E769CF6505B}" type="presParOf" srcId="{BDA8F949-88B8-486D-9E41-ABA1463A8926}" destId="{7D29DFA7-018B-45C9-AC1C-5CFC82FEE150}" srcOrd="2" destOrd="0" presId="urn:microsoft.com/office/officeart/2016/7/layout/BasicTimeline"/>
    <dgm:cxn modelId="{67C574FD-290C-4FB5-B953-03B7CD975179}" type="presParOf" srcId="{7D29DFA7-018B-45C9-AC1C-5CFC82FEE150}" destId="{60D0713D-AF69-4AF8-B071-F65622790886}" srcOrd="0" destOrd="0" presId="urn:microsoft.com/office/officeart/2016/7/layout/BasicTimeline"/>
    <dgm:cxn modelId="{BF034B30-C72F-4DC0-BC97-582B48C9C5FF}" type="presParOf" srcId="{7D29DFA7-018B-45C9-AC1C-5CFC82FEE150}" destId="{5DAA1547-FEA7-4F69-96D3-0E3A07601B1E}" srcOrd="1" destOrd="0" presId="urn:microsoft.com/office/officeart/2016/7/layout/BasicTimeline"/>
    <dgm:cxn modelId="{59E58E5C-F6F5-4C28-9FCE-359A6F24DA54}" type="presParOf" srcId="{5DAA1547-FEA7-4F69-96D3-0E3A07601B1E}" destId="{DADAA0C9-3E42-4088-8622-30E9F6EA139A}" srcOrd="0" destOrd="0" presId="urn:microsoft.com/office/officeart/2016/7/layout/BasicTimeline"/>
    <dgm:cxn modelId="{95979046-9A94-4E82-B3BD-1413D4905988}" type="presParOf" srcId="{5DAA1547-FEA7-4F69-96D3-0E3A07601B1E}" destId="{D2E61EE0-F306-43AF-AFF9-74A14B9CF379}" srcOrd="1" destOrd="0" presId="urn:microsoft.com/office/officeart/2016/7/layout/BasicTimeline"/>
    <dgm:cxn modelId="{7596B1F4-4919-452A-8814-131A45972FDB}" type="presParOf" srcId="{7D29DFA7-018B-45C9-AC1C-5CFC82FEE150}" destId="{DBD74D6B-057A-432C-9067-BF618C19EB2A}" srcOrd="2" destOrd="0" presId="urn:microsoft.com/office/officeart/2016/7/layout/BasicTimeline"/>
    <dgm:cxn modelId="{007C898F-E71E-476F-89E5-272E75EAE7A1}" type="presParOf" srcId="{7D29DFA7-018B-45C9-AC1C-5CFC82FEE150}" destId="{0F979253-FD39-4920-BFCA-78C564B167EA}" srcOrd="3" destOrd="0" presId="urn:microsoft.com/office/officeart/2016/7/layout/BasicTimeline"/>
    <dgm:cxn modelId="{12E53971-8881-4326-98DF-162143DD471E}" type="presParOf" srcId="{7D29DFA7-018B-45C9-AC1C-5CFC82FEE150}" destId="{C9B4B298-E04C-4317-856D-E345FE5EC64B}" srcOrd="4" destOrd="0" presId="urn:microsoft.com/office/officeart/2016/7/layout/BasicTimeline"/>
    <dgm:cxn modelId="{E647CBB6-EFA3-4306-B562-947CA2BAD4B5}" type="presParOf" srcId="{BDA8F949-88B8-486D-9E41-ABA1463A8926}" destId="{9B636147-AF19-40E0-BE7D-3BE8148CC024}" srcOrd="3" destOrd="0" presId="urn:microsoft.com/office/officeart/2016/7/layout/BasicTimeline"/>
    <dgm:cxn modelId="{FE70DD18-D389-4C2B-92D7-6F3424BDE3A0}" type="presParOf" srcId="{BDA8F949-88B8-486D-9E41-ABA1463A8926}" destId="{4B429E49-A270-431B-AAB7-67719B530130}" srcOrd="4" destOrd="0" presId="urn:microsoft.com/office/officeart/2016/7/layout/BasicTimeline"/>
    <dgm:cxn modelId="{35491C88-F3FD-4EA7-9369-09D464CEBE48}" type="presParOf" srcId="{4B429E49-A270-431B-AAB7-67719B530130}" destId="{9F783EC6-3A3C-4E21-9DBD-E2855AEC4B7F}" srcOrd="0" destOrd="0" presId="urn:microsoft.com/office/officeart/2016/7/layout/BasicTimeline"/>
    <dgm:cxn modelId="{6B1CC45C-ACA1-473E-82F2-682C5A0425C0}" type="presParOf" srcId="{4B429E49-A270-431B-AAB7-67719B530130}" destId="{350E43DD-14EC-466E-92CE-E01EB03A77D1}" srcOrd="1" destOrd="0" presId="urn:microsoft.com/office/officeart/2016/7/layout/BasicTimeline"/>
    <dgm:cxn modelId="{47250073-3B0B-4C38-A640-4EFB1EFA41E3}" type="presParOf" srcId="{350E43DD-14EC-466E-92CE-E01EB03A77D1}" destId="{3EB2FFAF-801A-47F3-9F96-35F9BB027ADE}" srcOrd="0" destOrd="0" presId="urn:microsoft.com/office/officeart/2016/7/layout/BasicTimeline"/>
    <dgm:cxn modelId="{3096E73C-E7F5-40B3-8DF5-CB907B5477E1}" type="presParOf" srcId="{350E43DD-14EC-466E-92CE-E01EB03A77D1}" destId="{5A29EC24-FE46-4C82-BC4A-AB160C35B5F6}" srcOrd="1" destOrd="0" presId="urn:microsoft.com/office/officeart/2016/7/layout/BasicTimeline"/>
    <dgm:cxn modelId="{ECF60DD6-B681-414C-A5FD-AB7C376DFC1D}" type="presParOf" srcId="{4B429E49-A270-431B-AAB7-67719B530130}" destId="{40E0F625-6804-4CBA-AA95-152D6B93D8B5}" srcOrd="2" destOrd="0" presId="urn:microsoft.com/office/officeart/2016/7/layout/BasicTimeline"/>
    <dgm:cxn modelId="{48C6A37C-449E-4FF7-B3AF-D69F5208698D}" type="presParOf" srcId="{4B429E49-A270-431B-AAB7-67719B530130}" destId="{39ED14C5-2DAB-4A88-8492-27A3D0C88CD5}" srcOrd="3" destOrd="0" presId="urn:microsoft.com/office/officeart/2016/7/layout/BasicTimeline"/>
    <dgm:cxn modelId="{6785D55D-BA9D-4DF2-8037-BA284D4AFBA7}" type="presParOf" srcId="{4B429E49-A270-431B-AAB7-67719B530130}" destId="{EF3A0C1B-89D2-4473-9484-464E273762EC}" srcOrd="4" destOrd="0" presId="urn:microsoft.com/office/officeart/2016/7/layout/BasicTimeline"/>
    <dgm:cxn modelId="{B738F2F2-57AD-4ED8-8CF4-AD25841EEDC9}" type="presParOf" srcId="{BDA8F949-88B8-486D-9E41-ABA1463A8926}" destId="{53F23F8A-E633-45FA-9420-F648CBDC8DC2}" srcOrd="5" destOrd="0" presId="urn:microsoft.com/office/officeart/2016/7/layout/BasicTimeline"/>
    <dgm:cxn modelId="{11A9B509-1A98-4F88-B743-4D9AEF56FADF}" type="presParOf" srcId="{BDA8F949-88B8-486D-9E41-ABA1463A8926}" destId="{C68762A5-E9DF-484F-B385-6C7E07325E98}" srcOrd="6" destOrd="0" presId="urn:microsoft.com/office/officeart/2016/7/layout/BasicTimeline"/>
    <dgm:cxn modelId="{2CD18A64-9CDB-4399-9E33-9C75C695356D}" type="presParOf" srcId="{C68762A5-E9DF-484F-B385-6C7E07325E98}" destId="{F782935D-BBBD-4420-826A-F71C517659B6}" srcOrd="0" destOrd="0" presId="urn:microsoft.com/office/officeart/2016/7/layout/BasicTimeline"/>
    <dgm:cxn modelId="{0C1DABAA-3B92-4D0E-B532-B8CACF2ABEAF}" type="presParOf" srcId="{C68762A5-E9DF-484F-B385-6C7E07325E98}" destId="{3C71E446-482E-4CAC-8D42-2D4AC020412B}" srcOrd="1" destOrd="0" presId="urn:microsoft.com/office/officeart/2016/7/layout/BasicTimeline"/>
    <dgm:cxn modelId="{B3DB2353-8E8C-435D-A47E-2239A6206643}" type="presParOf" srcId="{3C71E446-482E-4CAC-8D42-2D4AC020412B}" destId="{6C3A59BD-6D45-4573-B098-8CB5207F194D}" srcOrd="0" destOrd="0" presId="urn:microsoft.com/office/officeart/2016/7/layout/BasicTimeline"/>
    <dgm:cxn modelId="{BED02309-C81A-41DE-931E-754044CB5047}" type="presParOf" srcId="{3C71E446-482E-4CAC-8D42-2D4AC020412B}" destId="{8EB042C8-D666-4667-A1E4-E0C87151B72F}" srcOrd="1" destOrd="0" presId="urn:microsoft.com/office/officeart/2016/7/layout/BasicTimeline"/>
    <dgm:cxn modelId="{B0D7EA0C-85FC-4A03-8A69-39D047EEF10A}" type="presParOf" srcId="{C68762A5-E9DF-484F-B385-6C7E07325E98}" destId="{086FB9B1-82B2-4197-8B33-6E7FF94F8D2E}" srcOrd="2" destOrd="0" presId="urn:microsoft.com/office/officeart/2016/7/layout/BasicTimeline"/>
    <dgm:cxn modelId="{729ED2D6-D9C6-4D18-AB46-846133AF9EDE}" type="presParOf" srcId="{C68762A5-E9DF-484F-B385-6C7E07325E98}" destId="{3F359E8B-7C7E-4FD9-B106-36CCBFC731D5}" srcOrd="3" destOrd="0" presId="urn:microsoft.com/office/officeart/2016/7/layout/BasicTimeline"/>
    <dgm:cxn modelId="{EAD749B9-D95B-4750-8967-6977142F9E0C}"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rgbClr val="FC7840"/>
              </a:solidFill>
              <a:latin typeface="+mn-lt"/>
            </a:rPr>
            <a:t>1</a:t>
          </a:r>
        </a:p>
      </dsp:txBody>
      <dsp:txXfrm>
        <a:off x="185195" y="2027215"/>
        <a:ext cx="2679725" cy="426583"/>
      </dsp:txXfrm>
    </dsp:sp>
    <dsp:sp modelId="{BA29120C-7C6B-4F62-9079-4AD528BC0744}">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Device data changes</a:t>
          </a:r>
        </a:p>
      </dsp:txBody>
      <dsp:txXfrm>
        <a:off x="33906" y="558042"/>
        <a:ext cx="2982302" cy="580810"/>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2</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Intune pulls in data</a:t>
          </a:r>
        </a:p>
      </dsp:txBody>
      <dsp:txXfrm>
        <a:off x="1800089"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F783EC6-3A3C-4E21-9DBD-E2855AEC4B7F}">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n-lt"/>
            </a:rPr>
            <a:t> </a:t>
          </a:r>
          <a:r>
            <a:rPr lang="en-US" sz="1800" kern="1200" dirty="0">
              <a:solidFill>
                <a:srgbClr val="FC7840"/>
              </a:solidFill>
              <a:latin typeface="+mn-lt"/>
            </a:rPr>
            <a:t>3</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B2FFAF-801A-47F3-9F96-35F9BB027ADE}">
      <dsp:nvSpPr>
        <dsp:cNvPr id="0" name=""/>
        <dsp:cNvSpPr/>
      </dsp:nvSpPr>
      <dsp:spPr>
        <a:xfrm>
          <a:off x="3534851" y="526622"/>
          <a:ext cx="3045142" cy="643650"/>
        </a:xfrm>
        <a:prstGeom prst="round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You pull in data</a:t>
          </a:r>
        </a:p>
      </dsp:txBody>
      <dsp:txXfrm>
        <a:off x="3566271" y="558042"/>
        <a:ext cx="2982302" cy="580810"/>
      </dsp:txXfrm>
    </dsp:sp>
    <dsp:sp modelId="{40E0F625-6804-4CBA-AA95-152D6B93D8B5}">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4</a:t>
          </a:r>
        </a:p>
      </dsp:txBody>
      <dsp:txXfrm>
        <a:off x="5483742" y="1321276"/>
        <a:ext cx="2679725" cy="426583"/>
      </dsp:txXfrm>
    </dsp:sp>
    <dsp:sp modelId="{39ED14C5-2DAB-4A88-8492-27A3D0C88CD5}">
      <dsp:nvSpPr>
        <dsp:cNvPr id="0" name=""/>
        <dsp:cNvSpPr/>
      </dsp:nvSpPr>
      <dsp:spPr>
        <a:xfrm>
          <a:off x="5029109" y="1859224"/>
          <a:ext cx="56626" cy="56626"/>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643650"/>
        </a:xfrm>
        <a:prstGeom prst="round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Process data &amp; fire alerts</a:t>
          </a:r>
        </a:p>
      </dsp:txBody>
      <dsp:txXfrm>
        <a:off x="5332454" y="2636221"/>
        <a:ext cx="2982302" cy="580810"/>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F42502-9ADD-490B-A8A5-77E3D805C889}" type="datetimeFigureOut">
              <a:rPr lang="en-US" smtClean="0"/>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0876F8-5838-4F7C-982A-98AA72FF41D7}" type="slidenum">
              <a:rPr lang="en-US" smtClean="0"/>
              <a:t>‹#›</a:t>
            </a:fld>
            <a:endParaRPr lang="en-US"/>
          </a:p>
        </p:txBody>
      </p:sp>
    </p:spTree>
    <p:extLst>
      <p:ext uri="{BB962C8B-B14F-4D97-AF65-F5344CB8AC3E}">
        <p14:creationId xmlns:p14="http://schemas.microsoft.com/office/powerpoint/2010/main" val="2765542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1</a:t>
            </a:fld>
            <a:endParaRPr lang="en-US"/>
          </a:p>
        </p:txBody>
      </p:sp>
    </p:spTree>
    <p:extLst>
      <p:ext uri="{BB962C8B-B14F-4D97-AF65-F5344CB8AC3E}">
        <p14:creationId xmlns:p14="http://schemas.microsoft.com/office/powerpoint/2010/main" val="4009042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data that can’t be linked manually in a meaningful way</a:t>
            </a:r>
          </a:p>
          <a:p>
            <a:r>
              <a:rPr lang="en-US" dirty="0"/>
              <a:t>Any useful information only exists in the built-in reports, but those need to be run &amp; downloaded manually</a:t>
            </a:r>
          </a:p>
          <a:p>
            <a:endParaRPr lang="en-US" dirty="0"/>
          </a:p>
          <a:p>
            <a:r>
              <a:rPr lang="en-US" dirty="0"/>
              <a:t>“Many nice-to-have things are missing from Intune, but we will focus today on these 2”</a:t>
            </a:r>
          </a:p>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7</a:t>
            </a:fld>
            <a:endParaRPr lang="en-US"/>
          </a:p>
        </p:txBody>
      </p:sp>
    </p:spTree>
    <p:extLst>
      <p:ext uri="{BB962C8B-B14F-4D97-AF65-F5344CB8AC3E}">
        <p14:creationId xmlns:p14="http://schemas.microsoft.com/office/powerpoint/2010/main" val="11500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outside of Intune</a:t>
            </a:r>
          </a:p>
          <a:p>
            <a:r>
              <a:rPr lang="en-US" dirty="0"/>
              <a:t>- app registration secrets/certificates that will expire soon</a:t>
            </a:r>
          </a:p>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8</a:t>
            </a:fld>
            <a:endParaRPr lang="en-US"/>
          </a:p>
        </p:txBody>
      </p:sp>
    </p:spTree>
    <p:extLst>
      <p:ext uri="{BB962C8B-B14F-4D97-AF65-F5344CB8AC3E}">
        <p14:creationId xmlns:p14="http://schemas.microsoft.com/office/powerpoint/2010/main" val="3973315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Intune portal uses the Graph API itself</a:t>
            </a:r>
          </a:p>
          <a:p>
            <a:endParaRPr lang="en-US" dirty="0"/>
          </a:p>
          <a:p>
            <a:r>
              <a:rPr lang="en-US" dirty="0"/>
              <a:t>This API is accessible, so this means anything on Intune, is accessible to you as raw data</a:t>
            </a:r>
          </a:p>
          <a:p>
            <a:endParaRPr lang="en-US" dirty="0"/>
          </a:p>
          <a:p>
            <a:r>
              <a:rPr lang="en-US" dirty="0"/>
              <a:t>An API also means AUTOMATION</a:t>
            </a:r>
          </a:p>
          <a:p>
            <a:r>
              <a:rPr lang="en-US" dirty="0"/>
              <a:t>We will use this to gather data &amp; then process it ourselves </a:t>
            </a:r>
          </a:p>
          <a:p>
            <a:endParaRPr lang="en-US" dirty="0"/>
          </a:p>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11</a:t>
            </a:fld>
            <a:endParaRPr lang="en-US"/>
          </a:p>
        </p:txBody>
      </p:sp>
    </p:spTree>
    <p:extLst>
      <p:ext uri="{BB962C8B-B14F-4D97-AF65-F5344CB8AC3E}">
        <p14:creationId xmlns:p14="http://schemas.microsoft.com/office/powerpoint/2010/main" val="3437487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a general rule!</a:t>
            </a:r>
          </a:p>
          <a:p>
            <a:r>
              <a:rPr lang="en-US" dirty="0"/>
              <a:t>Intune is not constantly monitoring enrolled devices (that would cost too many local resources)</a:t>
            </a:r>
          </a:p>
          <a:p>
            <a:pPr marL="171450" indent="-171450">
              <a:buFont typeface="Wingdings" panose="05000000000000000000" pitchFamily="2" charset="2"/>
              <a:buChar char="è"/>
            </a:pPr>
            <a:r>
              <a:rPr lang="en-US" dirty="0"/>
              <a:t>Intune is already behind on the current state of a device</a:t>
            </a:r>
          </a:p>
          <a:p>
            <a:pPr marL="171450" indent="-171450">
              <a:buFont typeface="Wingdings" panose="05000000000000000000" pitchFamily="2" charset="2"/>
              <a:buChar char="è"/>
            </a:pPr>
            <a:r>
              <a:rPr lang="en-US" dirty="0"/>
              <a:t>which means YOU are too</a:t>
            </a:r>
          </a:p>
          <a:p>
            <a:pPr marL="0" indent="0">
              <a:buFont typeface="Wingdings" panose="05000000000000000000" pitchFamily="2" charset="2"/>
              <a:buNone/>
            </a:pPr>
            <a:endParaRPr lang="en-US" dirty="0"/>
          </a:p>
          <a:p>
            <a:r>
              <a:rPr lang="en-US" dirty="0"/>
              <a:t>This is not a dealbreaker, but something to be aware of</a:t>
            </a:r>
          </a:p>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13</a:t>
            </a:fld>
            <a:endParaRPr lang="en-US"/>
          </a:p>
        </p:txBody>
      </p:sp>
    </p:spTree>
    <p:extLst>
      <p:ext uri="{BB962C8B-B14F-4D97-AF65-F5344CB8AC3E}">
        <p14:creationId xmlns:p14="http://schemas.microsoft.com/office/powerpoint/2010/main" val="2812135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15</a:t>
            </a:fld>
            <a:endParaRPr lang="en-US"/>
          </a:p>
        </p:txBody>
      </p:sp>
    </p:spTree>
    <p:extLst>
      <p:ext uri="{BB962C8B-B14F-4D97-AF65-F5344CB8AC3E}">
        <p14:creationId xmlns:p14="http://schemas.microsoft.com/office/powerpoint/2010/main" val="1064782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C62E1-D48F-628F-A0CA-7818424DB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0B9D2-78ED-CFC0-F037-3B191214E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A16144-7CA6-29EA-8B1C-978FC1CE90E7}"/>
              </a:ext>
            </a:extLst>
          </p:cNvPr>
          <p:cNvSpPr>
            <a:spLocks noGrp="1"/>
          </p:cNvSpPr>
          <p:nvPr>
            <p:ph type="body" idx="1"/>
          </p:nvPr>
        </p:nvSpPr>
        <p:spPr/>
        <p:txBody>
          <a:bodyPr/>
          <a:lstStyle/>
          <a:p>
            <a:r>
              <a:rPr lang="en-US" dirty="0"/>
              <a:t>Creating an app registration isn’t too difficult, but the challenge is knowing which accesses are needed</a:t>
            </a:r>
          </a:p>
          <a:p>
            <a:r>
              <a:rPr lang="en-US" dirty="0"/>
              <a:t>Graph API permissions are listed in Entra ID, but aren’t always clear what they mean</a:t>
            </a:r>
          </a:p>
          <a:p>
            <a:pPr marL="171450" indent="-171450">
              <a:buFont typeface="Wingdings" panose="05000000000000000000" pitchFamily="2" charset="2"/>
              <a:buChar char="è"/>
            </a:pPr>
            <a:r>
              <a:rPr lang="en-US" dirty="0"/>
              <a:t>documented Graph API calls show which permissions are needed</a:t>
            </a:r>
          </a:p>
          <a:p>
            <a:pPr marL="171450" indent="-171450">
              <a:buFont typeface="Wingdings" panose="05000000000000000000" pitchFamily="2" charset="2"/>
              <a:buChar char="è"/>
            </a:pPr>
            <a:r>
              <a:rPr lang="en-US" dirty="0"/>
              <a:t>also Graph SDK has a command for looking up access using endpoints (runs similar to the documentation)</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Quick explanation of difference between ‘v1.0’ &amp; ‘beta’</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need to think about Authentication methods:</a:t>
            </a:r>
          </a:p>
          <a:p>
            <a:pPr marL="171450" indent="-171450">
              <a:buFontTx/>
              <a:buChar char="-"/>
            </a:pPr>
            <a:r>
              <a:rPr lang="en-US" dirty="0"/>
              <a:t>client secret (probably easiest)</a:t>
            </a:r>
          </a:p>
          <a:p>
            <a:pPr marL="171450" indent="-171450">
              <a:buFontTx/>
              <a:buChar char="-"/>
            </a:pPr>
            <a:r>
              <a:rPr lang="en-US" dirty="0"/>
              <a:t>delegated (not desirable for automation)</a:t>
            </a:r>
          </a:p>
          <a:p>
            <a:pPr marL="171450" indent="-171450">
              <a:buFontTx/>
              <a:buChar char="-"/>
            </a:pPr>
            <a:r>
              <a:rPr lang="en-US" dirty="0"/>
              <a:t>using certificates</a:t>
            </a:r>
          </a:p>
          <a:p>
            <a:pPr marL="0" indent="0">
              <a:buFont typeface="Wingdings" panose="05000000000000000000" pitchFamily="2" charset="2"/>
              <a:buNone/>
            </a:pPr>
            <a:endParaRPr lang="en-US" dirty="0"/>
          </a:p>
          <a:p>
            <a:endParaRPr lang="en-US" dirty="0"/>
          </a:p>
        </p:txBody>
      </p:sp>
      <p:sp>
        <p:nvSpPr>
          <p:cNvPr id="4" name="Slide Number Placeholder 3">
            <a:extLst>
              <a:ext uri="{FF2B5EF4-FFF2-40B4-BE49-F238E27FC236}">
                <a16:creationId xmlns:a16="http://schemas.microsoft.com/office/drawing/2014/main" id="{2D8BAED6-72CB-24FC-16D9-0DA44F74D239}"/>
              </a:ext>
            </a:extLst>
          </p:cNvPr>
          <p:cNvSpPr>
            <a:spLocks noGrp="1"/>
          </p:cNvSpPr>
          <p:nvPr>
            <p:ph type="sldNum" sz="quarter" idx="5"/>
          </p:nvPr>
        </p:nvSpPr>
        <p:spPr/>
        <p:txBody>
          <a:bodyPr/>
          <a:lstStyle/>
          <a:p>
            <a:fld id="{0B0876F8-5838-4F7C-982A-98AA72FF41D7}" type="slidenum">
              <a:rPr lang="en-US" smtClean="0"/>
              <a:t>16</a:t>
            </a:fld>
            <a:endParaRPr lang="en-US"/>
          </a:p>
        </p:txBody>
      </p:sp>
    </p:spTree>
    <p:extLst>
      <p:ext uri="{BB962C8B-B14F-4D97-AF65-F5344CB8AC3E}">
        <p14:creationId xmlns:p14="http://schemas.microsoft.com/office/powerpoint/2010/main" val="1111098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03BB5-F500-6866-C462-4A27EE73A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0AAB0-AC68-792C-E9EF-F51EBC83C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B3FCF-B6CD-BE44-541F-1DD3402EEC1A}"/>
              </a:ext>
            </a:extLst>
          </p:cNvPr>
          <p:cNvSpPr>
            <a:spLocks noGrp="1"/>
          </p:cNvSpPr>
          <p:nvPr>
            <p:ph type="body" idx="1"/>
          </p:nvPr>
        </p:nvSpPr>
        <p:spPr/>
        <p:txBody>
          <a:bodyPr/>
          <a:lstStyle/>
          <a:p>
            <a:r>
              <a:rPr lang="en-US" dirty="0"/>
              <a:t>Python or PowerShell</a:t>
            </a:r>
          </a:p>
          <a:p>
            <a:r>
              <a:rPr lang="en-US" dirty="0"/>
              <a:t>Personally I use PowerShell a lot</a:t>
            </a:r>
          </a:p>
          <a:p>
            <a:r>
              <a:rPr lang="en-US" dirty="0"/>
              <a:t>Works very well for complex objects and has the </a:t>
            </a:r>
            <a:r>
              <a:rPr lang="en-US" dirty="0" err="1"/>
              <a:t>Microsoft.Graph.Authentication</a:t>
            </a:r>
            <a:r>
              <a:rPr lang="en-US" dirty="0"/>
              <a:t> module for easy authentication &amp; built-in error handling</a:t>
            </a:r>
          </a:p>
          <a:p>
            <a:r>
              <a:rPr lang="en-US" dirty="0"/>
              <a:t>(I don’t use it in my actual scripts, but it does good. Instead I use custom methods with manual HTTP requests)</a:t>
            </a:r>
          </a:p>
          <a:p>
            <a:endParaRPr lang="en-US" dirty="0"/>
          </a:p>
          <a:p>
            <a:r>
              <a:rPr lang="en-US" dirty="0"/>
              <a:t>automation account will run into memory issues very fast</a:t>
            </a:r>
          </a:p>
          <a:p>
            <a:r>
              <a:rPr lang="en-US" dirty="0"/>
              <a:t>only has limited memory for scripts and no easy way to increase it</a:t>
            </a:r>
          </a:p>
          <a:p>
            <a:endParaRPr lang="en-US" dirty="0"/>
          </a:p>
          <a:p>
            <a:r>
              <a:rPr lang="en-US" dirty="0"/>
              <a:t>Azure Functions can be scheduled + options for better memory</a:t>
            </a:r>
          </a:p>
          <a:p>
            <a:endParaRPr lang="en-US" dirty="0"/>
          </a:p>
          <a:p>
            <a:r>
              <a:rPr lang="en-US" dirty="0"/>
              <a:t>Something like Ansible is probably overkill for this</a:t>
            </a:r>
          </a:p>
          <a:p>
            <a:endParaRPr lang="en-US" dirty="0"/>
          </a:p>
          <a:p>
            <a:r>
              <a:rPr lang="en-US" dirty="0"/>
              <a:t>For low scale, quick fix solutions </a:t>
            </a:r>
            <a:r>
              <a:rPr lang="en-US" dirty="0">
                <a:sym typeface="Wingdings" panose="05000000000000000000" pitchFamily="2" charset="2"/>
              </a:rPr>
              <a:t> the task scheduler on a server can also work (not recommended for business critical stuff)</a:t>
            </a:r>
            <a:endParaRPr lang="en-US" dirty="0"/>
          </a:p>
          <a:p>
            <a:endParaRPr lang="en-US" dirty="0"/>
          </a:p>
        </p:txBody>
      </p:sp>
      <p:sp>
        <p:nvSpPr>
          <p:cNvPr id="4" name="Slide Number Placeholder 3">
            <a:extLst>
              <a:ext uri="{FF2B5EF4-FFF2-40B4-BE49-F238E27FC236}">
                <a16:creationId xmlns:a16="http://schemas.microsoft.com/office/drawing/2014/main" id="{CB16FBC9-A5F7-DA33-A4FE-9B75881ECC97}"/>
              </a:ext>
            </a:extLst>
          </p:cNvPr>
          <p:cNvSpPr>
            <a:spLocks noGrp="1"/>
          </p:cNvSpPr>
          <p:nvPr>
            <p:ph type="sldNum" sz="quarter" idx="5"/>
          </p:nvPr>
        </p:nvSpPr>
        <p:spPr/>
        <p:txBody>
          <a:bodyPr/>
          <a:lstStyle/>
          <a:p>
            <a:fld id="{0B0876F8-5838-4F7C-982A-98AA72FF41D7}" type="slidenum">
              <a:rPr lang="en-US" smtClean="0"/>
              <a:t>17</a:t>
            </a:fld>
            <a:endParaRPr lang="en-US"/>
          </a:p>
        </p:txBody>
      </p:sp>
    </p:spTree>
    <p:extLst>
      <p:ext uri="{BB962C8B-B14F-4D97-AF65-F5344CB8AC3E}">
        <p14:creationId xmlns:p14="http://schemas.microsoft.com/office/powerpoint/2010/main" val="2082209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 rules work well with the Log Analytics Workspace</a:t>
            </a:r>
          </a:p>
          <a:p>
            <a:pPr marL="171450" indent="-171450">
              <a:buFont typeface="Wingdings" panose="05000000000000000000" pitchFamily="2" charset="2"/>
              <a:buChar char="è"/>
            </a:pPr>
            <a:r>
              <a:rPr lang="en-US" dirty="0"/>
              <a:t>You can set up a query on the LAW for the alert rule and fire alerts based on the results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Workbooks provide the option for custom reports that can pull straight from a Log Analytics Workspace</a:t>
            </a:r>
          </a:p>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18</a:t>
            </a:fld>
            <a:endParaRPr lang="en-US"/>
          </a:p>
        </p:txBody>
      </p:sp>
    </p:spTree>
    <p:extLst>
      <p:ext uri="{BB962C8B-B14F-4D97-AF65-F5344CB8AC3E}">
        <p14:creationId xmlns:p14="http://schemas.microsoft.com/office/powerpoint/2010/main" val="3417553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storing the data</a:t>
            </a:r>
          </a:p>
          <a:p>
            <a:endParaRPr lang="en-US" dirty="0"/>
          </a:p>
          <a:p>
            <a:r>
              <a:rPr lang="en-US" dirty="0"/>
              <a:t>Quicker to set up</a:t>
            </a:r>
          </a:p>
          <a:p>
            <a:endParaRPr lang="en-US" dirty="0"/>
          </a:p>
          <a:p>
            <a:r>
              <a:rPr lang="en-US" dirty="0"/>
              <a:t>Less scalable because all logic happens in script which can get unorganized fast!</a:t>
            </a:r>
          </a:p>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21</a:t>
            </a:fld>
            <a:endParaRPr lang="en-US"/>
          </a:p>
        </p:txBody>
      </p:sp>
    </p:spTree>
    <p:extLst>
      <p:ext uri="{BB962C8B-B14F-4D97-AF65-F5344CB8AC3E}">
        <p14:creationId xmlns:p14="http://schemas.microsoft.com/office/powerpoint/2010/main" val="3211474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0876F8-5838-4F7C-982A-98AA72FF41D7}" type="slidenum">
              <a:rPr lang="en-US" smtClean="0"/>
              <a:t>23</a:t>
            </a:fld>
            <a:endParaRPr lang="en-US"/>
          </a:p>
        </p:txBody>
      </p:sp>
    </p:spTree>
    <p:extLst>
      <p:ext uri="{BB962C8B-B14F-4D97-AF65-F5344CB8AC3E}">
        <p14:creationId xmlns:p14="http://schemas.microsoft.com/office/powerpoint/2010/main" val="1278982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only look at how to set up getting all devices, compliance policies, failed settings because of time</a:t>
            </a:r>
          </a:p>
          <a:p>
            <a:pPr marL="171450" indent="-171450">
              <a:buFontTx/>
              <a:buChar char="-"/>
            </a:pPr>
            <a:r>
              <a:rPr lang="en-US" dirty="0"/>
              <a:t>Gather devices</a:t>
            </a:r>
          </a:p>
          <a:p>
            <a:pPr marL="171450" indent="-171450">
              <a:buFontTx/>
              <a:buChar char="-"/>
            </a:pPr>
            <a:r>
              <a:rPr lang="en-US" dirty="0"/>
              <a:t>Gather broken compliance policies per device</a:t>
            </a:r>
          </a:p>
          <a:p>
            <a:pPr marL="171450" indent="-171450">
              <a:buFontTx/>
              <a:buChar char="-"/>
            </a:pPr>
            <a:r>
              <a:rPr lang="en-US" dirty="0"/>
              <a:t>Specific settings not being met</a:t>
            </a:r>
          </a:p>
          <a:p>
            <a:pPr marL="171450" indent="-171450">
              <a:buFontTx/>
              <a:buChar char="-"/>
            </a:pPr>
            <a:endParaRPr lang="en-US" dirty="0"/>
          </a:p>
          <a:p>
            <a:pPr marL="0" indent="0">
              <a:buFontTx/>
              <a:buNone/>
            </a:pPr>
            <a:endParaRPr lang="en-US" dirty="0"/>
          </a:p>
          <a:p>
            <a:pPr marL="0" indent="0">
              <a:buFontTx/>
              <a:buNone/>
            </a:pPr>
            <a:r>
              <a:rPr lang="en-US" dirty="0"/>
              <a:t>USE THE Graph SDK for simplicity</a:t>
            </a:r>
          </a:p>
          <a:p>
            <a:pPr marL="0" indent="0">
              <a:buFontTx/>
              <a:buNone/>
            </a:pPr>
            <a:r>
              <a:rPr lang="en-US" dirty="0"/>
              <a:t>Very easy to use and understand</a:t>
            </a:r>
          </a:p>
          <a:p>
            <a:pPr marL="0" indent="0">
              <a:buFontTx/>
              <a:buNone/>
            </a:pPr>
            <a:r>
              <a:rPr lang="en-US" dirty="0"/>
              <a:t>here</a:t>
            </a:r>
          </a:p>
          <a:p>
            <a:pPr marL="171450" indent="-171450">
              <a:buFontTx/>
              <a:buChar char="-"/>
            </a:pPr>
            <a:r>
              <a:rPr lang="en-US" dirty="0"/>
              <a:t>authentication</a:t>
            </a:r>
          </a:p>
          <a:p>
            <a:pPr marL="171450" indent="-171450">
              <a:buFontTx/>
              <a:buChar char="-"/>
            </a:pPr>
            <a:r>
              <a:rPr lang="en-US" dirty="0"/>
              <a:t>gather devices &amp; compliance policies</a:t>
            </a:r>
          </a:p>
        </p:txBody>
      </p:sp>
      <p:sp>
        <p:nvSpPr>
          <p:cNvPr id="4" name="Slide Number Placeholder 3"/>
          <p:cNvSpPr>
            <a:spLocks noGrp="1"/>
          </p:cNvSpPr>
          <p:nvPr>
            <p:ph type="sldNum" sz="quarter" idx="5"/>
          </p:nvPr>
        </p:nvSpPr>
        <p:spPr/>
        <p:txBody>
          <a:bodyPr/>
          <a:lstStyle/>
          <a:p>
            <a:fld id="{0B0876F8-5838-4F7C-982A-98AA72FF41D7}" type="slidenum">
              <a:rPr lang="en-US" smtClean="0"/>
              <a:t>24</a:t>
            </a:fld>
            <a:endParaRPr lang="en-US"/>
          </a:p>
        </p:txBody>
      </p:sp>
    </p:spTree>
    <p:extLst>
      <p:ext uri="{BB962C8B-B14F-4D97-AF65-F5344CB8AC3E}">
        <p14:creationId xmlns:p14="http://schemas.microsoft.com/office/powerpoint/2010/main" val="1333726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ABC91-4788-6B6C-9C22-40F7432F0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D7423-91C5-6C35-FDF8-B4A056118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7B314-8247-B853-4BEE-203F2080CDD9}"/>
              </a:ext>
            </a:extLst>
          </p:cNvPr>
          <p:cNvSpPr>
            <a:spLocks noGrp="1"/>
          </p:cNvSpPr>
          <p:nvPr>
            <p:ph type="body" idx="1"/>
          </p:nvPr>
        </p:nvSpPr>
        <p:spPr/>
        <p:txBody>
          <a:bodyPr/>
          <a:lstStyle/>
          <a:p>
            <a:br>
              <a:rPr lang="en-US" dirty="0"/>
            </a:br>
            <a:r>
              <a:rPr lang="en-US" dirty="0"/>
              <a:t>Graph SDK is not really ‘simple’ if you want to do more complex stuff</a:t>
            </a:r>
          </a:p>
          <a:p>
            <a:r>
              <a:rPr lang="en-US" dirty="0"/>
              <a:t>Gathering broken settings for compliance policies is one of those</a:t>
            </a:r>
          </a:p>
          <a:p>
            <a:r>
              <a:rPr lang="en-US" dirty="0"/>
              <a:t>-&gt; quick overview of the code</a:t>
            </a:r>
          </a:p>
        </p:txBody>
      </p:sp>
      <p:sp>
        <p:nvSpPr>
          <p:cNvPr id="4" name="Slide Number Placeholder 3">
            <a:extLst>
              <a:ext uri="{FF2B5EF4-FFF2-40B4-BE49-F238E27FC236}">
                <a16:creationId xmlns:a16="http://schemas.microsoft.com/office/drawing/2014/main" id="{9FB2769E-B823-1981-B1DD-EEC8548DD9F2}"/>
              </a:ext>
            </a:extLst>
          </p:cNvPr>
          <p:cNvSpPr>
            <a:spLocks noGrp="1"/>
          </p:cNvSpPr>
          <p:nvPr>
            <p:ph type="sldNum" sz="quarter" idx="5"/>
          </p:nvPr>
        </p:nvSpPr>
        <p:spPr/>
        <p:txBody>
          <a:bodyPr/>
          <a:lstStyle/>
          <a:p>
            <a:fld id="{0B0876F8-5838-4F7C-982A-98AA72FF41D7}" type="slidenum">
              <a:rPr lang="en-US" smtClean="0"/>
              <a:t>25</a:t>
            </a:fld>
            <a:endParaRPr lang="en-US"/>
          </a:p>
        </p:txBody>
      </p:sp>
    </p:spTree>
    <p:extLst>
      <p:ext uri="{BB962C8B-B14F-4D97-AF65-F5344CB8AC3E}">
        <p14:creationId xmlns:p14="http://schemas.microsoft.com/office/powerpoint/2010/main" val="3862820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42B89-80FC-EE94-16B6-F8E1C4486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BA6F3-A1F5-A3BC-600B-238B16B2E2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BB6C02-F417-5486-2031-16E299674E6C}"/>
              </a:ext>
            </a:extLst>
          </p:cNvPr>
          <p:cNvSpPr>
            <a:spLocks noGrp="1"/>
          </p:cNvSpPr>
          <p:nvPr>
            <p:ph type="body" idx="1"/>
          </p:nvPr>
        </p:nvSpPr>
        <p:spPr/>
        <p:txBody>
          <a:bodyPr/>
          <a:lstStyle/>
          <a:p>
            <a:r>
              <a:rPr lang="en-US" dirty="0"/>
              <a:t>LAW for storage</a:t>
            </a:r>
          </a:p>
          <a:p>
            <a:pPr marL="0" indent="0">
              <a:buFont typeface="Wingdings" panose="05000000000000000000" pitchFamily="2" charset="2"/>
              <a:buNone/>
            </a:pPr>
            <a:r>
              <a:rPr lang="en-US" dirty="0"/>
              <a:t>define tables on Azure</a:t>
            </a:r>
          </a:p>
          <a:p>
            <a:pPr marL="0" indent="0">
              <a:buFont typeface="Wingdings" panose="05000000000000000000" pitchFamily="2" charset="2"/>
              <a:buNone/>
            </a:pPr>
            <a:r>
              <a:rPr lang="en-US" dirty="0"/>
              <a:t>sort of like a basic database</a:t>
            </a:r>
          </a:p>
          <a:p>
            <a:pPr marL="0" indent="0">
              <a:buFont typeface="Wingdings" panose="05000000000000000000" pitchFamily="2" charset="2"/>
              <a:buNone/>
            </a:pPr>
            <a:r>
              <a:rPr lang="en-US" dirty="0"/>
              <a:t>tables can only contain ‘simple’ lines (no </a:t>
            </a:r>
            <a:r>
              <a:rPr lang="en-US" dirty="0" err="1"/>
              <a:t>json</a:t>
            </a:r>
            <a:r>
              <a:rPr lang="en-US" dirty="0"/>
              <a:t> objects for example with more depth than 1)</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Analytics type is important if we want to use a Workbook dashboard later</a:t>
            </a:r>
          </a:p>
        </p:txBody>
      </p:sp>
      <p:sp>
        <p:nvSpPr>
          <p:cNvPr id="4" name="Slide Number Placeholder 3">
            <a:extLst>
              <a:ext uri="{FF2B5EF4-FFF2-40B4-BE49-F238E27FC236}">
                <a16:creationId xmlns:a16="http://schemas.microsoft.com/office/drawing/2014/main" id="{0D1F00CF-FFD8-A2FA-251D-92F16C963F46}"/>
              </a:ext>
            </a:extLst>
          </p:cNvPr>
          <p:cNvSpPr>
            <a:spLocks noGrp="1"/>
          </p:cNvSpPr>
          <p:nvPr>
            <p:ph type="sldNum" sz="quarter" idx="5"/>
          </p:nvPr>
        </p:nvSpPr>
        <p:spPr/>
        <p:txBody>
          <a:bodyPr/>
          <a:lstStyle/>
          <a:p>
            <a:fld id="{0B0876F8-5838-4F7C-982A-98AA72FF41D7}" type="slidenum">
              <a:rPr lang="en-US" smtClean="0"/>
              <a:t>26</a:t>
            </a:fld>
            <a:endParaRPr lang="en-US"/>
          </a:p>
        </p:txBody>
      </p:sp>
    </p:spTree>
    <p:extLst>
      <p:ext uri="{BB962C8B-B14F-4D97-AF65-F5344CB8AC3E}">
        <p14:creationId xmlns:p14="http://schemas.microsoft.com/office/powerpoint/2010/main" val="1507330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3DC33-F394-3056-A2DA-11498C231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C37C2-1B2C-35E9-2EF7-F75F27F4E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9EF226-845B-BB48-1D18-789F9C92AE3C}"/>
              </a:ext>
            </a:extLst>
          </p:cNvPr>
          <p:cNvSpPr>
            <a:spLocks noGrp="1"/>
          </p:cNvSpPr>
          <p:nvPr>
            <p:ph type="body" idx="1"/>
          </p:nvPr>
        </p:nvSpPr>
        <p:spPr/>
        <p:txBody>
          <a:bodyPr/>
          <a:lstStyle/>
          <a:p>
            <a:r>
              <a:rPr lang="en-US" dirty="0"/>
              <a:t>LAW for storage</a:t>
            </a:r>
          </a:p>
          <a:p>
            <a:pPr marL="171450" indent="-171450">
              <a:buFont typeface="Wingdings" panose="05000000000000000000" pitchFamily="2" charset="2"/>
              <a:buChar char="è"/>
            </a:pPr>
            <a:r>
              <a:rPr lang="en-US" dirty="0"/>
              <a:t>How do you upload to the tables of an LAW?</a:t>
            </a:r>
          </a:p>
          <a:p>
            <a:pPr marL="171450" indent="-171450">
              <a:buFont typeface="Wingdings" panose="05000000000000000000" pitchFamily="2" charset="2"/>
              <a:buChar char="è"/>
            </a:pPr>
            <a:endParaRPr lang="en-US" dirty="0"/>
          </a:p>
          <a:p>
            <a:pPr marL="0" indent="0">
              <a:buFont typeface="Wingdings" panose="05000000000000000000" pitchFamily="2" charset="2"/>
              <a:buNone/>
            </a:pPr>
            <a:r>
              <a:rPr lang="en-US" dirty="0"/>
              <a:t>use a data collection rule (defines the data structure in advance)</a:t>
            </a:r>
          </a:p>
          <a:p>
            <a:pPr marL="0" indent="0">
              <a:buFont typeface="Wingdings" panose="05000000000000000000" pitchFamily="2" charset="2"/>
              <a:buNone/>
            </a:pPr>
            <a:r>
              <a:rPr lang="en-US" dirty="0"/>
              <a:t>see logs ingestion </a:t>
            </a:r>
            <a:r>
              <a:rPr lang="en-US" dirty="0" err="1"/>
              <a:t>api</a:t>
            </a:r>
            <a:r>
              <a:rPr lang="en-US" dirty="0"/>
              <a:t> documentation how this exactly works (convoluted enough to do a separate session on this)</a:t>
            </a:r>
          </a:p>
          <a:p>
            <a:pPr marL="0" indent="0">
              <a:buFont typeface="Wingdings" panose="05000000000000000000" pitchFamily="2" charset="2"/>
              <a:buNone/>
            </a:pPr>
            <a:r>
              <a:rPr lang="en-US" dirty="0"/>
              <a:t>https://learn.microsoft.com/en-us/azure/azure-monitor/logs/logs-ingestion-api-overview</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basic flow: </a:t>
            </a:r>
            <a:r>
              <a:rPr lang="en-US" dirty="0" err="1"/>
              <a:t>dce</a:t>
            </a:r>
            <a:r>
              <a:rPr lang="en-US" dirty="0"/>
              <a:t> &gt; </a:t>
            </a:r>
            <a:r>
              <a:rPr lang="en-US" dirty="0" err="1"/>
              <a:t>dcr</a:t>
            </a:r>
            <a:r>
              <a:rPr lang="en-US" dirty="0"/>
              <a:t> &gt; law</a:t>
            </a:r>
          </a:p>
          <a:p>
            <a:pPr marL="0" indent="0">
              <a:buFont typeface="Wingdings" panose="05000000000000000000" pitchFamily="2" charset="2"/>
              <a:buNone/>
            </a:pPr>
            <a:endParaRPr lang="en-US" dirty="0"/>
          </a:p>
        </p:txBody>
      </p:sp>
      <p:sp>
        <p:nvSpPr>
          <p:cNvPr id="4" name="Slide Number Placeholder 3">
            <a:extLst>
              <a:ext uri="{FF2B5EF4-FFF2-40B4-BE49-F238E27FC236}">
                <a16:creationId xmlns:a16="http://schemas.microsoft.com/office/drawing/2014/main" id="{9F5B88FB-4A7E-61C8-690F-6EB76DEF2545}"/>
              </a:ext>
            </a:extLst>
          </p:cNvPr>
          <p:cNvSpPr>
            <a:spLocks noGrp="1"/>
          </p:cNvSpPr>
          <p:nvPr>
            <p:ph type="sldNum" sz="quarter" idx="5"/>
          </p:nvPr>
        </p:nvSpPr>
        <p:spPr/>
        <p:txBody>
          <a:bodyPr/>
          <a:lstStyle/>
          <a:p>
            <a:fld id="{0B0876F8-5838-4F7C-982A-98AA72FF41D7}" type="slidenum">
              <a:rPr lang="en-US" smtClean="0"/>
              <a:t>27</a:t>
            </a:fld>
            <a:endParaRPr lang="en-US"/>
          </a:p>
        </p:txBody>
      </p:sp>
    </p:spTree>
    <p:extLst>
      <p:ext uri="{BB962C8B-B14F-4D97-AF65-F5344CB8AC3E}">
        <p14:creationId xmlns:p14="http://schemas.microsoft.com/office/powerpoint/2010/main" val="3581115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A72A-0C11-050D-2957-18EB42803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05252-9B55-9A16-D591-9216D12CB6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7B8E4-54EE-67B0-6F6E-A904DDE4FE09}"/>
              </a:ext>
            </a:extLst>
          </p:cNvPr>
          <p:cNvSpPr>
            <a:spLocks noGrp="1"/>
          </p:cNvSpPr>
          <p:nvPr>
            <p:ph type="body" idx="1"/>
          </p:nvPr>
        </p:nvSpPr>
        <p:spPr/>
        <p:txBody>
          <a:bodyPr/>
          <a:lstStyle/>
          <a:p>
            <a:r>
              <a:rPr lang="en-US" dirty="0"/>
              <a:t>Example upload method to push stuff to the DCR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again see logs ingestion </a:t>
            </a:r>
            <a:r>
              <a:rPr lang="en-US" dirty="0" err="1"/>
              <a:t>api</a:t>
            </a:r>
            <a:r>
              <a:rPr lang="en-US" dirty="0"/>
              <a:t> documentation how this exactly works (convoluted enough to do a separate session on this)</a:t>
            </a:r>
          </a:p>
          <a:p>
            <a:r>
              <a:rPr lang="en-US" b="1" dirty="0"/>
              <a:t>https://learn.microsoft.com/en-us/azure/azure-monitor/logs/logs-ingestion-api-overview</a:t>
            </a:r>
          </a:p>
        </p:txBody>
      </p:sp>
      <p:sp>
        <p:nvSpPr>
          <p:cNvPr id="4" name="Slide Number Placeholder 3">
            <a:extLst>
              <a:ext uri="{FF2B5EF4-FFF2-40B4-BE49-F238E27FC236}">
                <a16:creationId xmlns:a16="http://schemas.microsoft.com/office/drawing/2014/main" id="{18E84606-46FB-1816-8860-96D5CF16B68F}"/>
              </a:ext>
            </a:extLst>
          </p:cNvPr>
          <p:cNvSpPr>
            <a:spLocks noGrp="1"/>
          </p:cNvSpPr>
          <p:nvPr>
            <p:ph type="sldNum" sz="quarter" idx="5"/>
          </p:nvPr>
        </p:nvSpPr>
        <p:spPr/>
        <p:txBody>
          <a:bodyPr/>
          <a:lstStyle/>
          <a:p>
            <a:fld id="{0B0876F8-5838-4F7C-982A-98AA72FF41D7}" type="slidenum">
              <a:rPr lang="en-US" smtClean="0"/>
              <a:t>28</a:t>
            </a:fld>
            <a:endParaRPr lang="en-US"/>
          </a:p>
        </p:txBody>
      </p:sp>
    </p:spTree>
    <p:extLst>
      <p:ext uri="{BB962C8B-B14F-4D97-AF65-F5344CB8AC3E}">
        <p14:creationId xmlns:p14="http://schemas.microsoft.com/office/powerpoint/2010/main" val="4186332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319E9-716C-8FB6-E98C-505E27A21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41E5DD-A305-9576-CA5A-E5532BAF01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04B04-721E-07AC-5099-7FEC8648977A}"/>
              </a:ext>
            </a:extLst>
          </p:cNvPr>
          <p:cNvSpPr>
            <a:spLocks noGrp="1"/>
          </p:cNvSpPr>
          <p:nvPr>
            <p:ph type="body" idx="1"/>
          </p:nvPr>
        </p:nvSpPr>
        <p:spPr/>
        <p:txBody>
          <a:bodyPr/>
          <a:lstStyle/>
          <a:p>
            <a:r>
              <a:rPr lang="en-US" dirty="0"/>
              <a:t>example Azure workbook</a:t>
            </a:r>
          </a:p>
          <a:p>
            <a:endParaRPr lang="en-US" dirty="0"/>
          </a:p>
          <a:p>
            <a:pPr marL="171450" indent="-171450">
              <a:buFontTx/>
              <a:buChar char="-"/>
            </a:pPr>
            <a:r>
              <a:rPr lang="en-US" dirty="0"/>
              <a:t>compliancy of the tenant devices</a:t>
            </a:r>
          </a:p>
          <a:p>
            <a:pPr marL="171450" indent="-171450">
              <a:buFontTx/>
              <a:buChar char="-"/>
            </a:pPr>
            <a:r>
              <a:rPr lang="en-US" dirty="0"/>
              <a:t>offending settings sorted by amount</a:t>
            </a:r>
          </a:p>
          <a:p>
            <a:pPr marL="171450" indent="-171450">
              <a:buFontTx/>
              <a:buChar char="-"/>
            </a:pPr>
            <a:r>
              <a:rPr lang="en-US" dirty="0"/>
              <a:t>are your devices updated with the lates windows updates (grouped per channel)</a:t>
            </a:r>
          </a:p>
          <a:p>
            <a:pPr marL="171450" indent="-171450">
              <a:buFontTx/>
              <a:buChar char="-"/>
            </a:pPr>
            <a:r>
              <a:rPr lang="en-US" dirty="0"/>
              <a:t>historical performance per specific model in your tenant</a:t>
            </a:r>
          </a:p>
          <a:p>
            <a:pPr marL="0" indent="0">
              <a:buFontTx/>
              <a:buNone/>
            </a:pPr>
            <a:endParaRPr lang="en-US" dirty="0"/>
          </a:p>
          <a:p>
            <a:pPr marL="0" indent="0">
              <a:buFontTx/>
              <a:buNone/>
            </a:pPr>
            <a:r>
              <a:rPr lang="en-US" dirty="0"/>
              <a:t>these are generated by querying the LAW we created using the Kusto Query Language</a:t>
            </a:r>
          </a:p>
        </p:txBody>
      </p:sp>
      <p:sp>
        <p:nvSpPr>
          <p:cNvPr id="4" name="Slide Number Placeholder 3">
            <a:extLst>
              <a:ext uri="{FF2B5EF4-FFF2-40B4-BE49-F238E27FC236}">
                <a16:creationId xmlns:a16="http://schemas.microsoft.com/office/drawing/2014/main" id="{4DE34FBC-97A7-203B-85F1-150CE0C8C8D6}"/>
              </a:ext>
            </a:extLst>
          </p:cNvPr>
          <p:cNvSpPr>
            <a:spLocks noGrp="1"/>
          </p:cNvSpPr>
          <p:nvPr>
            <p:ph type="sldNum" sz="quarter" idx="5"/>
          </p:nvPr>
        </p:nvSpPr>
        <p:spPr/>
        <p:txBody>
          <a:bodyPr/>
          <a:lstStyle/>
          <a:p>
            <a:fld id="{0B0876F8-5838-4F7C-982A-98AA72FF41D7}" type="slidenum">
              <a:rPr lang="en-US" smtClean="0"/>
              <a:t>29</a:t>
            </a:fld>
            <a:endParaRPr lang="en-US"/>
          </a:p>
        </p:txBody>
      </p:sp>
    </p:spTree>
    <p:extLst>
      <p:ext uri="{BB962C8B-B14F-4D97-AF65-F5344CB8AC3E}">
        <p14:creationId xmlns:p14="http://schemas.microsoft.com/office/powerpoint/2010/main" val="945626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1FEF3-43CE-8269-FCC7-993E44BF6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58911-6865-C27C-0BA4-56A76677C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C3EEE-BE44-826C-93B8-001F1B64D30B}"/>
              </a:ext>
            </a:extLst>
          </p:cNvPr>
          <p:cNvSpPr>
            <a:spLocks noGrp="1"/>
          </p:cNvSpPr>
          <p:nvPr>
            <p:ph type="body" idx="1"/>
          </p:nvPr>
        </p:nvSpPr>
        <p:spPr/>
        <p:txBody>
          <a:bodyPr/>
          <a:lstStyle/>
          <a:p>
            <a:r>
              <a:rPr lang="en-US" dirty="0"/>
              <a:t>Kusto query for the pie chart</a:t>
            </a:r>
          </a:p>
          <a:p>
            <a:endParaRPr lang="en-US" dirty="0"/>
          </a:p>
          <a:p>
            <a:r>
              <a:rPr lang="en-US" dirty="0"/>
              <a:t>very simple to set up (if you structure the data in advance)</a:t>
            </a:r>
          </a:p>
          <a:p>
            <a:endParaRPr lang="en-US" dirty="0"/>
          </a:p>
          <a:p>
            <a:r>
              <a:rPr lang="en-US" dirty="0"/>
              <a:t>No the </a:t>
            </a:r>
            <a:r>
              <a:rPr lang="en-US" dirty="0" err="1"/>
              <a:t>iif</a:t>
            </a:r>
            <a:r>
              <a:rPr lang="en-US" dirty="0"/>
              <a:t> is not incorrect</a:t>
            </a:r>
          </a:p>
        </p:txBody>
      </p:sp>
      <p:sp>
        <p:nvSpPr>
          <p:cNvPr id="4" name="Slide Number Placeholder 3">
            <a:extLst>
              <a:ext uri="{FF2B5EF4-FFF2-40B4-BE49-F238E27FC236}">
                <a16:creationId xmlns:a16="http://schemas.microsoft.com/office/drawing/2014/main" id="{20E0EECF-3E73-A7D4-9828-C0BD66453A95}"/>
              </a:ext>
            </a:extLst>
          </p:cNvPr>
          <p:cNvSpPr>
            <a:spLocks noGrp="1"/>
          </p:cNvSpPr>
          <p:nvPr>
            <p:ph type="sldNum" sz="quarter" idx="5"/>
          </p:nvPr>
        </p:nvSpPr>
        <p:spPr/>
        <p:txBody>
          <a:bodyPr/>
          <a:lstStyle/>
          <a:p>
            <a:fld id="{0B0876F8-5838-4F7C-982A-98AA72FF41D7}" type="slidenum">
              <a:rPr lang="en-US" smtClean="0"/>
              <a:t>30</a:t>
            </a:fld>
            <a:endParaRPr lang="en-US"/>
          </a:p>
        </p:txBody>
      </p:sp>
    </p:spTree>
    <p:extLst>
      <p:ext uri="{BB962C8B-B14F-4D97-AF65-F5344CB8AC3E}">
        <p14:creationId xmlns:p14="http://schemas.microsoft.com/office/powerpoint/2010/main" val="1641378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&amp; support files will be available on </a:t>
            </a:r>
            <a:r>
              <a:rPr lang="en-US"/>
              <a:t>my GitHub</a:t>
            </a:r>
          </a:p>
        </p:txBody>
      </p:sp>
      <p:sp>
        <p:nvSpPr>
          <p:cNvPr id="4" name="Slide Number Placeholder 3"/>
          <p:cNvSpPr>
            <a:spLocks noGrp="1"/>
          </p:cNvSpPr>
          <p:nvPr>
            <p:ph type="sldNum" sz="quarter" idx="5"/>
          </p:nvPr>
        </p:nvSpPr>
        <p:spPr/>
        <p:txBody>
          <a:bodyPr/>
          <a:lstStyle/>
          <a:p>
            <a:fld id="{0B0876F8-5838-4F7C-982A-98AA72FF41D7}" type="slidenum">
              <a:rPr lang="en-US" smtClean="0"/>
              <a:t>32</a:t>
            </a:fld>
            <a:endParaRPr lang="en-US"/>
          </a:p>
        </p:txBody>
      </p:sp>
    </p:spTree>
    <p:extLst>
      <p:ext uri="{BB962C8B-B14F-4D97-AF65-F5344CB8AC3E}">
        <p14:creationId xmlns:p14="http://schemas.microsoft.com/office/powerpoint/2010/main" val="28556220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emf"/><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oleObject" Target="../embeddings/oleObject1.bin"/><Relationship Id="rId16"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1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Master" Target="../slideMasters/slideMaster1.xml"/><Relationship Id="rId5" Type="http://schemas.openxmlformats.org/officeDocument/2006/relationships/image" Target="../media/image18.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olo Speaker">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354607-5EDF-4C37-69DF-969236E9AC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10" name="Subtitle 2">
            <a:extLst>
              <a:ext uri="{FF2B5EF4-FFF2-40B4-BE49-F238E27FC236}">
                <a16:creationId xmlns:a16="http://schemas.microsoft.com/office/drawing/2014/main" id="{A0EFEF35-C051-DF80-EE73-D981CA10D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14" name="Slide Number Placeholder 5">
            <a:extLst>
              <a:ext uri="{FF2B5EF4-FFF2-40B4-BE49-F238E27FC236}">
                <a16:creationId xmlns:a16="http://schemas.microsoft.com/office/drawing/2014/main" id="{1A331D27-3B36-141E-C8F5-C5F1B862427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rPr>
              <a:t>#wpninjasbe</a:t>
            </a:r>
            <a:endParaRPr kumimoji="0" lang="en-BE"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pic>
        <p:nvPicPr>
          <p:cNvPr id="18" name="Picture 17" descr="A structure with multiple spheres&#10;&#10;AI-generated content may be incorrect.">
            <a:extLst>
              <a:ext uri="{FF2B5EF4-FFF2-40B4-BE49-F238E27FC236}">
                <a16:creationId xmlns:a16="http://schemas.microsoft.com/office/drawing/2014/main" id="{061AA431-00CF-534D-8844-ADB5F84310CD}"/>
              </a:ext>
            </a:extLst>
          </p:cNvPr>
          <p:cNvPicPr>
            <a:picLocks noChangeAspect="1"/>
          </p:cNvPicPr>
          <p:nvPr userDrawn="1"/>
        </p:nvPicPr>
        <p:blipFill>
          <a:blip r:embed="rId2">
            <a:extLst>
              <a:ext uri="{28A0092B-C50C-407E-A947-70E740481C1C}">
                <a14:useLocalDpi xmlns:a14="http://schemas.microsoft.com/office/drawing/2010/main" val="0"/>
              </a:ext>
            </a:extLst>
          </a:blip>
          <a:srcRect t="26326" r="32548"/>
          <a:stretch>
            <a:fillRect/>
          </a:stretch>
        </p:blipFill>
        <p:spPr>
          <a:xfrm>
            <a:off x="3569977" y="0"/>
            <a:ext cx="8638053" cy="6301426"/>
          </a:xfrm>
          <a:prstGeom prst="rect">
            <a:avLst/>
          </a:prstGeom>
        </p:spPr>
      </p:pic>
      <p:sp>
        <p:nvSpPr>
          <p:cNvPr id="19" name="Rectangle 18">
            <a:extLst>
              <a:ext uri="{FF2B5EF4-FFF2-40B4-BE49-F238E27FC236}">
                <a16:creationId xmlns:a16="http://schemas.microsoft.com/office/drawing/2014/main" id="{4D5A8CC0-21DE-8ED2-8B9D-909584433768}"/>
              </a:ext>
            </a:extLst>
          </p:cNvPr>
          <p:cNvSpPr/>
          <p:nvPr userDrawn="1"/>
        </p:nvSpPr>
        <p:spPr>
          <a:xfrm>
            <a:off x="3338182" y="0"/>
            <a:ext cx="8869848" cy="6858000"/>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B6D478C3-310F-33C2-1962-40C5E4849F84}"/>
              </a:ext>
            </a:extLst>
          </p:cNvPr>
          <p:cNvSpPr/>
          <p:nvPr userDrawn="1"/>
        </p:nvSpPr>
        <p:spPr>
          <a:xfrm>
            <a:off x="-1" y="6301426"/>
            <a:ext cx="12208032" cy="55657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0523CEBC-BDEA-5B8E-611F-01F38BDC7B92}"/>
              </a:ext>
            </a:extLst>
          </p:cNvPr>
          <p:cNvSpPr txBox="1"/>
          <p:nvPr userDrawn="1"/>
        </p:nvSpPr>
        <p:spPr>
          <a:xfrm>
            <a:off x="39547" y="6380108"/>
            <a:ext cx="204335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rPr>
              <a:t>www.wpninjas.be</a:t>
            </a:r>
            <a:endParaRPr kumimoji="0" lang="en-BE"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endParaRPr>
          </a:p>
        </p:txBody>
      </p:sp>
      <p:sp>
        <p:nvSpPr>
          <p:cNvPr id="22" name="TextBox 21">
            <a:extLst>
              <a:ext uri="{FF2B5EF4-FFF2-40B4-BE49-F238E27FC236}">
                <a16:creationId xmlns:a16="http://schemas.microsoft.com/office/drawing/2014/main" id="{62F82DA9-BFE6-6E8E-BFA5-1D86CC060A4A}"/>
              </a:ext>
            </a:extLst>
          </p:cNvPr>
          <p:cNvSpPr txBox="1"/>
          <p:nvPr userDrawn="1"/>
        </p:nvSpPr>
        <p:spPr>
          <a:xfrm>
            <a:off x="10390047" y="6387635"/>
            <a:ext cx="148445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rPr>
              <a:t>#wpninjasbe</a:t>
            </a:r>
            <a:endParaRPr kumimoji="0" lang="en-BE"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endParaRPr>
          </a:p>
        </p:txBody>
      </p:sp>
      <p:sp>
        <p:nvSpPr>
          <p:cNvPr id="24" name="Flowchart: Off-page Connector 23">
            <a:extLst>
              <a:ext uri="{FF2B5EF4-FFF2-40B4-BE49-F238E27FC236}">
                <a16:creationId xmlns:a16="http://schemas.microsoft.com/office/drawing/2014/main" id="{4CFEA0BB-E449-D9D7-5D62-2BC23ACF5FBB}"/>
              </a:ext>
            </a:extLst>
          </p:cNvPr>
          <p:cNvSpPr/>
          <p:nvPr userDrawn="1"/>
        </p:nvSpPr>
        <p:spPr>
          <a:xfrm rot="16200000">
            <a:off x="230312" y="-230313"/>
            <a:ext cx="6858000" cy="7318626"/>
          </a:xfrm>
          <a:prstGeom prst="flowChartOffpageConnector">
            <a:avLst/>
          </a:prstGeom>
          <a:solidFill>
            <a:srgbClr val="C005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6" name="Rectangle 25">
            <a:extLst>
              <a:ext uri="{FF2B5EF4-FFF2-40B4-BE49-F238E27FC236}">
                <a16:creationId xmlns:a16="http://schemas.microsoft.com/office/drawing/2014/main" id="{09A90DFC-4095-5266-4193-52BEF4A7EF0D}"/>
              </a:ext>
            </a:extLst>
          </p:cNvPr>
          <p:cNvSpPr/>
          <p:nvPr userDrawn="1"/>
        </p:nvSpPr>
        <p:spPr>
          <a:xfrm>
            <a:off x="0" y="1598132"/>
            <a:ext cx="12208030" cy="3826933"/>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28" name="Picture 27" descr="A stylized logo featuring a red-clad ninja holding a mug, symbolizing the Workplace Ninjas Belgium for the year 2026.&#10;&#10;AI-generated content may be incorrect.">
            <a:extLst>
              <a:ext uri="{FF2B5EF4-FFF2-40B4-BE49-F238E27FC236}">
                <a16:creationId xmlns:a16="http://schemas.microsoft.com/office/drawing/2014/main" id="{B6695471-8E66-B19A-D339-20DE3FF174D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32501" y="149178"/>
            <a:ext cx="1341999" cy="1341999"/>
          </a:xfrm>
          <a:prstGeom prst="rect">
            <a:avLst/>
          </a:prstGeom>
        </p:spPr>
      </p:pic>
      <p:sp>
        <p:nvSpPr>
          <p:cNvPr id="29" name="Text Placeholder 24">
            <a:extLst>
              <a:ext uri="{FF2B5EF4-FFF2-40B4-BE49-F238E27FC236}">
                <a16:creationId xmlns:a16="http://schemas.microsoft.com/office/drawing/2014/main" id="{0349D296-60BC-DB77-9DD9-763404F22079}"/>
              </a:ext>
            </a:extLst>
          </p:cNvPr>
          <p:cNvSpPr>
            <a:spLocks noGrp="1"/>
          </p:cNvSpPr>
          <p:nvPr>
            <p:ph type="body" sz="quarter" idx="14" hasCustomPrompt="1"/>
          </p:nvPr>
        </p:nvSpPr>
        <p:spPr>
          <a:xfrm>
            <a:off x="306816" y="2319558"/>
            <a:ext cx="6275605" cy="2218884"/>
          </a:xfrm>
        </p:spPr>
        <p:txBody>
          <a:bodyPr>
            <a:normAutofit/>
          </a:bodyPr>
          <a:lstStyle>
            <a:lvl1pPr marL="0" indent="0">
              <a:buNone/>
              <a:defRPr sz="3000" b="1">
                <a:solidFill>
                  <a:schemeClr val="bg1"/>
                </a:solidFill>
                <a:latin typeface="+mn-lt"/>
                <a:ea typeface="Roboto Condensed" panose="02000000000000000000" pitchFamily="2" charset="0"/>
              </a:defRPr>
            </a:lvl1pPr>
          </a:lstStyle>
          <a:p>
            <a:pPr lvl="0"/>
            <a:r>
              <a:rPr lang="en-US" sz="3000" dirty="0">
                <a:latin typeface="Roboto Condensed" panose="02000000000000000000" pitchFamily="2" charset="0"/>
                <a:ea typeface="Roboto Condensed" panose="02000000000000000000" pitchFamily="2" charset="0"/>
              </a:rPr>
              <a:t>ADD THE TITEL OF YOUR SESSION HERE</a:t>
            </a:r>
            <a:endParaRPr lang="en-BE" dirty="0"/>
          </a:p>
        </p:txBody>
      </p:sp>
      <p:sp>
        <p:nvSpPr>
          <p:cNvPr id="30" name="Text Placeholder 26">
            <a:extLst>
              <a:ext uri="{FF2B5EF4-FFF2-40B4-BE49-F238E27FC236}">
                <a16:creationId xmlns:a16="http://schemas.microsoft.com/office/drawing/2014/main" id="{AA36AA43-7B3E-C635-0BF1-7FFCDC74C4D9}"/>
              </a:ext>
            </a:extLst>
          </p:cNvPr>
          <p:cNvSpPr>
            <a:spLocks noGrp="1"/>
          </p:cNvSpPr>
          <p:nvPr>
            <p:ph type="body" sz="quarter" idx="15" hasCustomPrompt="1"/>
          </p:nvPr>
        </p:nvSpPr>
        <p:spPr>
          <a:xfrm>
            <a:off x="7642787" y="4975803"/>
            <a:ext cx="4062412" cy="411162"/>
          </a:xfrm>
        </p:spPr>
        <p:txBody>
          <a:bodyPr>
            <a:noAutofit/>
          </a:bodyPr>
          <a:lstStyle>
            <a:lvl1pPr marL="0" indent="0" algn="ctr">
              <a:buNone/>
              <a:defRPr sz="2400">
                <a:solidFill>
                  <a:srgbClr val="E5B417"/>
                </a:solidFill>
                <a:latin typeface="+mn-lt"/>
                <a:ea typeface="Roboto Condensed Black" panose="02000000000000000000" pitchFamily="2" charset="0"/>
              </a:defRPr>
            </a:lvl1pPr>
          </a:lstStyle>
          <a:p>
            <a:pPr lvl="0"/>
            <a:r>
              <a:rPr lang="en-US" dirty="0">
                <a:latin typeface="Roboto Condensed Black" panose="02000000000000000000" pitchFamily="2" charset="0"/>
                <a:ea typeface="Roboto Condensed Black" panose="02000000000000000000" pitchFamily="2" charset="0"/>
              </a:rPr>
              <a:t>SPEAKER NAME</a:t>
            </a:r>
            <a:endParaRPr lang="en-BE" dirty="0"/>
          </a:p>
        </p:txBody>
      </p:sp>
      <p:sp>
        <p:nvSpPr>
          <p:cNvPr id="31" name="Picture Placeholder 22">
            <a:extLst>
              <a:ext uri="{FF2B5EF4-FFF2-40B4-BE49-F238E27FC236}">
                <a16:creationId xmlns:a16="http://schemas.microsoft.com/office/drawing/2014/main" id="{BA89B265-8656-B935-BF6F-BFC8DE882046}"/>
              </a:ext>
            </a:extLst>
          </p:cNvPr>
          <p:cNvSpPr>
            <a:spLocks noGrp="1"/>
          </p:cNvSpPr>
          <p:nvPr>
            <p:ph type="pic" sz="quarter" idx="13" hasCustomPrompt="1"/>
          </p:nvPr>
        </p:nvSpPr>
        <p:spPr>
          <a:xfrm>
            <a:off x="8233993" y="1857977"/>
            <a:ext cx="2880000" cy="2880000"/>
          </a:xfrm>
          <a:prstGeom prst="ellipse">
            <a:avLst/>
          </a:prstGeom>
          <a:ln w="76200">
            <a:solidFill>
              <a:srgbClr val="E5B417"/>
            </a:solidFill>
          </a:ln>
        </p:spPr>
        <p:txBody>
          <a:bodyPr/>
          <a:lstStyle>
            <a:lvl1pPr marL="0" indent="0" algn="ctr">
              <a:buNone/>
              <a:defRPr>
                <a:solidFill>
                  <a:schemeClr val="bg1"/>
                </a:solidFill>
                <a:latin typeface="+mn-lt"/>
                <a:ea typeface="Roboto Condensed" panose="02000000000000000000" pitchFamily="2" charset="0"/>
                <a:cs typeface="Roboto Condensed" panose="02000000000000000000" pitchFamily="2" charset="0"/>
              </a:defRPr>
            </a:lvl1pPr>
          </a:lstStyle>
          <a:p>
            <a:br>
              <a:rPr lang="en-US" dirty="0">
                <a:latin typeface="Roboto Condensed" panose="02000000000000000000" pitchFamily="2" charset="0"/>
                <a:ea typeface="Roboto Condensed" panose="02000000000000000000" pitchFamily="2" charset="0"/>
              </a:rPr>
            </a:br>
            <a:r>
              <a:rPr lang="en-US" dirty="0">
                <a:latin typeface="Roboto Condensed" panose="02000000000000000000" pitchFamily="2" charset="0"/>
                <a:ea typeface="Roboto Condensed" panose="02000000000000000000" pitchFamily="2" charset="0"/>
              </a:rPr>
              <a:t>PLACE PROFILE PICTURE HERE</a:t>
            </a:r>
            <a:endParaRPr lang="en-BE" dirty="0"/>
          </a:p>
        </p:txBody>
      </p:sp>
    </p:spTree>
    <p:extLst>
      <p:ext uri="{BB962C8B-B14F-4D97-AF65-F5344CB8AC3E}">
        <p14:creationId xmlns:p14="http://schemas.microsoft.com/office/powerpoint/2010/main" val="2334626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Duo Ses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C1E7C-D4FE-FF96-9EE2-40ABB42091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A3794EE2-9DDB-DEF5-ADEC-DBE0689C3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6" name="Slide Number Placeholder 5">
            <a:extLst>
              <a:ext uri="{FF2B5EF4-FFF2-40B4-BE49-F238E27FC236}">
                <a16:creationId xmlns:a16="http://schemas.microsoft.com/office/drawing/2014/main" id="{2B6D5126-4FD5-3A7F-0A3E-9C9B3293D0F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rPr>
              <a:t>#wpninjasbe</a:t>
            </a:r>
            <a:endParaRPr kumimoji="0" lang="en-BE"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pic>
        <p:nvPicPr>
          <p:cNvPr id="8" name="Picture 7" descr="A structure with multiple spheres&#10;&#10;AI-generated content may be incorrect.">
            <a:extLst>
              <a:ext uri="{FF2B5EF4-FFF2-40B4-BE49-F238E27FC236}">
                <a16:creationId xmlns:a16="http://schemas.microsoft.com/office/drawing/2014/main" id="{0521F8F7-0659-07F8-E670-FF9360D99985}"/>
              </a:ext>
            </a:extLst>
          </p:cNvPr>
          <p:cNvPicPr>
            <a:picLocks noChangeAspect="1"/>
          </p:cNvPicPr>
          <p:nvPr userDrawn="1"/>
        </p:nvPicPr>
        <p:blipFill>
          <a:blip r:embed="rId2">
            <a:extLst>
              <a:ext uri="{28A0092B-C50C-407E-A947-70E740481C1C}">
                <a14:useLocalDpi xmlns:a14="http://schemas.microsoft.com/office/drawing/2010/main" val="0"/>
              </a:ext>
            </a:extLst>
          </a:blip>
          <a:srcRect t="26326" r="32548"/>
          <a:stretch>
            <a:fillRect/>
          </a:stretch>
        </p:blipFill>
        <p:spPr>
          <a:xfrm>
            <a:off x="3569977" y="0"/>
            <a:ext cx="8638053" cy="6301426"/>
          </a:xfrm>
          <a:prstGeom prst="rect">
            <a:avLst/>
          </a:prstGeom>
        </p:spPr>
      </p:pic>
      <p:sp>
        <p:nvSpPr>
          <p:cNvPr id="9" name="Rectangle 8">
            <a:extLst>
              <a:ext uri="{FF2B5EF4-FFF2-40B4-BE49-F238E27FC236}">
                <a16:creationId xmlns:a16="http://schemas.microsoft.com/office/drawing/2014/main" id="{19B1B9BA-1A3C-92AC-15EE-9A1BFB053EA3}"/>
              </a:ext>
            </a:extLst>
          </p:cNvPr>
          <p:cNvSpPr/>
          <p:nvPr userDrawn="1"/>
        </p:nvSpPr>
        <p:spPr>
          <a:xfrm>
            <a:off x="3338182" y="0"/>
            <a:ext cx="12208030" cy="6858000"/>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D90FC0BB-FFC4-DF13-70A4-E7D75B480D1E}"/>
              </a:ext>
            </a:extLst>
          </p:cNvPr>
          <p:cNvSpPr/>
          <p:nvPr userDrawn="1"/>
        </p:nvSpPr>
        <p:spPr>
          <a:xfrm>
            <a:off x="-1" y="6301426"/>
            <a:ext cx="12208032" cy="55657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2B3EAFB5-8373-9580-CCE7-62C1437DCA72}"/>
              </a:ext>
            </a:extLst>
          </p:cNvPr>
          <p:cNvSpPr txBox="1"/>
          <p:nvPr userDrawn="1"/>
        </p:nvSpPr>
        <p:spPr>
          <a:xfrm>
            <a:off x="39547" y="6380108"/>
            <a:ext cx="204335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rPr>
              <a:t>www.wpninjas.be</a:t>
            </a:r>
            <a:endParaRPr kumimoji="0" lang="en-BE"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endParaRPr>
          </a:p>
        </p:txBody>
      </p:sp>
      <p:sp>
        <p:nvSpPr>
          <p:cNvPr id="17" name="TextBox 16">
            <a:extLst>
              <a:ext uri="{FF2B5EF4-FFF2-40B4-BE49-F238E27FC236}">
                <a16:creationId xmlns:a16="http://schemas.microsoft.com/office/drawing/2014/main" id="{085A4559-DB77-113B-AFA2-679C260C6BE6}"/>
              </a:ext>
            </a:extLst>
          </p:cNvPr>
          <p:cNvSpPr txBox="1"/>
          <p:nvPr userDrawn="1"/>
        </p:nvSpPr>
        <p:spPr>
          <a:xfrm>
            <a:off x="10390047" y="6387635"/>
            <a:ext cx="148445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rPr>
              <a:t>#wpninjasbe</a:t>
            </a:r>
            <a:endParaRPr kumimoji="0" lang="en-BE"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endParaRPr>
          </a:p>
        </p:txBody>
      </p:sp>
      <p:sp>
        <p:nvSpPr>
          <p:cNvPr id="4" name="Flowchart: Off-page Connector 3">
            <a:extLst>
              <a:ext uri="{FF2B5EF4-FFF2-40B4-BE49-F238E27FC236}">
                <a16:creationId xmlns:a16="http://schemas.microsoft.com/office/drawing/2014/main" id="{23773BAC-F8A1-6AC6-F8FC-6CF5EF3B3F4B}"/>
              </a:ext>
            </a:extLst>
          </p:cNvPr>
          <p:cNvSpPr/>
          <p:nvPr userDrawn="1"/>
        </p:nvSpPr>
        <p:spPr>
          <a:xfrm rot="16200000">
            <a:off x="230312" y="-230313"/>
            <a:ext cx="6858000" cy="7318626"/>
          </a:xfrm>
          <a:prstGeom prst="flowChartOffpageConnector">
            <a:avLst/>
          </a:prstGeom>
          <a:solidFill>
            <a:srgbClr val="C005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2" name="Rectangle 11">
            <a:extLst>
              <a:ext uri="{FF2B5EF4-FFF2-40B4-BE49-F238E27FC236}">
                <a16:creationId xmlns:a16="http://schemas.microsoft.com/office/drawing/2014/main" id="{EF74090B-E222-0953-723C-2A706F840CD9}"/>
              </a:ext>
            </a:extLst>
          </p:cNvPr>
          <p:cNvSpPr/>
          <p:nvPr userDrawn="1"/>
        </p:nvSpPr>
        <p:spPr>
          <a:xfrm>
            <a:off x="0" y="1598132"/>
            <a:ext cx="12208030" cy="3826933"/>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 name="Picture 4" descr="A stylized logo featuring a red-clad ninja holding a mug, symbolizing the Workplace Ninjas Belgium for the year 2026.&#10;&#10;AI-generated content may be incorrect.">
            <a:extLst>
              <a:ext uri="{FF2B5EF4-FFF2-40B4-BE49-F238E27FC236}">
                <a16:creationId xmlns:a16="http://schemas.microsoft.com/office/drawing/2014/main" id="{F22DDFA8-2FC6-24F8-1F7C-FFDA394BB93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32501" y="149178"/>
            <a:ext cx="1341999" cy="1341999"/>
          </a:xfrm>
          <a:prstGeom prst="rect">
            <a:avLst/>
          </a:prstGeom>
        </p:spPr>
      </p:pic>
      <p:sp>
        <p:nvSpPr>
          <p:cNvPr id="7" name="Picture Placeholder 22">
            <a:extLst>
              <a:ext uri="{FF2B5EF4-FFF2-40B4-BE49-F238E27FC236}">
                <a16:creationId xmlns:a16="http://schemas.microsoft.com/office/drawing/2014/main" id="{B6615BBB-928D-FB0F-0C59-39B76F8157B6}"/>
              </a:ext>
            </a:extLst>
          </p:cNvPr>
          <p:cNvSpPr>
            <a:spLocks noGrp="1"/>
          </p:cNvSpPr>
          <p:nvPr>
            <p:ph type="pic" sz="quarter" idx="13" hasCustomPrompt="1"/>
          </p:nvPr>
        </p:nvSpPr>
        <p:spPr>
          <a:xfrm>
            <a:off x="7422128" y="2198152"/>
            <a:ext cx="1800000" cy="1800000"/>
          </a:xfrm>
          <a:prstGeom prst="ellipse">
            <a:avLst/>
          </a:prstGeom>
          <a:ln w="76200">
            <a:solidFill>
              <a:srgbClr val="E5B417"/>
            </a:solidFill>
          </a:ln>
        </p:spPr>
        <p:txBody>
          <a:bodyPr/>
          <a:lstStyle>
            <a:lvl1pPr marL="0" indent="0" algn="ctr">
              <a:buNone/>
              <a:defRPr sz="1400">
                <a:solidFill>
                  <a:schemeClr val="bg1"/>
                </a:solidFill>
                <a:latin typeface="+mn-lt"/>
                <a:ea typeface="Roboto Condensed" panose="02000000000000000000" pitchFamily="2" charset="0"/>
                <a:cs typeface="Roboto Condensed" panose="02000000000000000000" pitchFamily="2" charset="0"/>
              </a:defRPr>
            </a:lvl1pPr>
          </a:lstStyle>
          <a:p>
            <a:br>
              <a:rPr lang="en-US" dirty="0">
                <a:latin typeface="Roboto Condensed" panose="02000000000000000000" pitchFamily="2" charset="0"/>
                <a:ea typeface="Roboto Condensed" panose="02000000000000000000" pitchFamily="2" charset="0"/>
              </a:rPr>
            </a:br>
            <a:r>
              <a:rPr lang="en-US" dirty="0">
                <a:latin typeface="Roboto Condensed" panose="02000000000000000000" pitchFamily="2" charset="0"/>
                <a:ea typeface="Roboto Condensed" panose="02000000000000000000" pitchFamily="2" charset="0"/>
              </a:rPr>
              <a:t>PLACE PROFILE PICTURE HERE</a:t>
            </a:r>
            <a:endParaRPr lang="en-BE" dirty="0"/>
          </a:p>
        </p:txBody>
      </p:sp>
      <p:sp>
        <p:nvSpPr>
          <p:cNvPr id="10" name="Text Placeholder 26">
            <a:extLst>
              <a:ext uri="{FF2B5EF4-FFF2-40B4-BE49-F238E27FC236}">
                <a16:creationId xmlns:a16="http://schemas.microsoft.com/office/drawing/2014/main" id="{0DDD20F2-44D8-76E6-0ACA-061E407E99E6}"/>
              </a:ext>
            </a:extLst>
          </p:cNvPr>
          <p:cNvSpPr>
            <a:spLocks noGrp="1"/>
          </p:cNvSpPr>
          <p:nvPr>
            <p:ph type="body" sz="quarter" idx="15" hasCustomPrompt="1"/>
          </p:nvPr>
        </p:nvSpPr>
        <p:spPr>
          <a:xfrm>
            <a:off x="7268230" y="4174590"/>
            <a:ext cx="2107795" cy="411162"/>
          </a:xfrm>
        </p:spPr>
        <p:txBody>
          <a:bodyPr>
            <a:noAutofit/>
          </a:bodyPr>
          <a:lstStyle>
            <a:lvl1pPr marL="0" indent="0" algn="ctr">
              <a:buNone/>
              <a:defRPr sz="1800">
                <a:solidFill>
                  <a:srgbClr val="E5B417"/>
                </a:solidFill>
                <a:latin typeface="+mn-lt"/>
                <a:ea typeface="Roboto Condensed Black" panose="02000000000000000000" pitchFamily="2" charset="0"/>
              </a:defRPr>
            </a:lvl1pPr>
          </a:lstStyle>
          <a:p>
            <a:pPr lvl="0"/>
            <a:r>
              <a:rPr lang="en-US" dirty="0">
                <a:latin typeface="Roboto Condensed Black" panose="02000000000000000000" pitchFamily="2" charset="0"/>
                <a:ea typeface="Roboto Condensed Black" panose="02000000000000000000" pitchFamily="2" charset="0"/>
              </a:rPr>
              <a:t>SPEAKER NAME</a:t>
            </a:r>
            <a:endParaRPr lang="en-BE" dirty="0"/>
          </a:p>
        </p:txBody>
      </p:sp>
      <p:sp>
        <p:nvSpPr>
          <p:cNvPr id="11" name="Picture Placeholder 22">
            <a:extLst>
              <a:ext uri="{FF2B5EF4-FFF2-40B4-BE49-F238E27FC236}">
                <a16:creationId xmlns:a16="http://schemas.microsoft.com/office/drawing/2014/main" id="{7B0A3166-5914-8A36-7BB1-CBA0BFFF8C47}"/>
              </a:ext>
            </a:extLst>
          </p:cNvPr>
          <p:cNvSpPr>
            <a:spLocks noGrp="1"/>
          </p:cNvSpPr>
          <p:nvPr>
            <p:ph type="pic" sz="quarter" idx="16" hasCustomPrompt="1"/>
          </p:nvPr>
        </p:nvSpPr>
        <p:spPr>
          <a:xfrm>
            <a:off x="9920603" y="2208214"/>
            <a:ext cx="1800000" cy="1800000"/>
          </a:xfrm>
          <a:prstGeom prst="ellipse">
            <a:avLst/>
          </a:prstGeom>
          <a:ln w="76200">
            <a:solidFill>
              <a:srgbClr val="E5B417"/>
            </a:solidFill>
          </a:ln>
        </p:spPr>
        <p:txBody>
          <a:bodyPr/>
          <a:lstStyle>
            <a:lvl1pPr marL="0" indent="0" algn="ctr">
              <a:buNone/>
              <a:defRPr sz="1400">
                <a:solidFill>
                  <a:schemeClr val="bg1"/>
                </a:solidFill>
                <a:latin typeface="+mn-lt"/>
                <a:ea typeface="Roboto Condensed" panose="02000000000000000000" pitchFamily="2" charset="0"/>
                <a:cs typeface="Roboto Condensed" panose="02000000000000000000" pitchFamily="2" charset="0"/>
              </a:defRPr>
            </a:lvl1pPr>
          </a:lstStyle>
          <a:p>
            <a:br>
              <a:rPr lang="en-US" dirty="0">
                <a:latin typeface="Roboto Condensed" panose="02000000000000000000" pitchFamily="2" charset="0"/>
                <a:ea typeface="Roboto Condensed" panose="02000000000000000000" pitchFamily="2" charset="0"/>
              </a:rPr>
            </a:br>
            <a:r>
              <a:rPr lang="en-US" dirty="0">
                <a:latin typeface="Roboto Condensed" panose="02000000000000000000" pitchFamily="2" charset="0"/>
                <a:ea typeface="Roboto Condensed" panose="02000000000000000000" pitchFamily="2" charset="0"/>
              </a:rPr>
              <a:t>PLACE PROFILE PICTURE HERE</a:t>
            </a:r>
            <a:endParaRPr lang="en-BE" dirty="0"/>
          </a:p>
        </p:txBody>
      </p:sp>
      <p:sp>
        <p:nvSpPr>
          <p:cNvPr id="14" name="Text Placeholder 26">
            <a:extLst>
              <a:ext uri="{FF2B5EF4-FFF2-40B4-BE49-F238E27FC236}">
                <a16:creationId xmlns:a16="http://schemas.microsoft.com/office/drawing/2014/main" id="{07C6BEF9-6CD2-BF74-59C5-E2AEA2602354}"/>
              </a:ext>
            </a:extLst>
          </p:cNvPr>
          <p:cNvSpPr>
            <a:spLocks noGrp="1"/>
          </p:cNvSpPr>
          <p:nvPr>
            <p:ph type="body" sz="quarter" idx="17" hasCustomPrompt="1"/>
          </p:nvPr>
        </p:nvSpPr>
        <p:spPr>
          <a:xfrm>
            <a:off x="9766705" y="4184652"/>
            <a:ext cx="2107795" cy="411162"/>
          </a:xfrm>
        </p:spPr>
        <p:txBody>
          <a:bodyPr>
            <a:noAutofit/>
          </a:bodyPr>
          <a:lstStyle>
            <a:lvl1pPr marL="0" indent="0" algn="ctr">
              <a:buNone/>
              <a:defRPr sz="1800">
                <a:solidFill>
                  <a:srgbClr val="E5B417"/>
                </a:solidFill>
                <a:latin typeface="+mn-lt"/>
                <a:ea typeface="Roboto Condensed Black" panose="02000000000000000000" pitchFamily="2" charset="0"/>
              </a:defRPr>
            </a:lvl1pPr>
          </a:lstStyle>
          <a:p>
            <a:pPr lvl="0"/>
            <a:r>
              <a:rPr lang="en-US" dirty="0">
                <a:latin typeface="Roboto Condensed Black" panose="02000000000000000000" pitchFamily="2" charset="0"/>
                <a:ea typeface="Roboto Condensed Black" panose="02000000000000000000" pitchFamily="2" charset="0"/>
              </a:rPr>
              <a:t>SPEAKER NAME</a:t>
            </a:r>
            <a:endParaRPr lang="en-BE" dirty="0"/>
          </a:p>
        </p:txBody>
      </p:sp>
      <p:sp>
        <p:nvSpPr>
          <p:cNvPr id="15" name="Text Placeholder 24">
            <a:extLst>
              <a:ext uri="{FF2B5EF4-FFF2-40B4-BE49-F238E27FC236}">
                <a16:creationId xmlns:a16="http://schemas.microsoft.com/office/drawing/2014/main" id="{34965243-E382-497D-CD66-F688DD86ED0E}"/>
              </a:ext>
            </a:extLst>
          </p:cNvPr>
          <p:cNvSpPr>
            <a:spLocks noGrp="1"/>
          </p:cNvSpPr>
          <p:nvPr>
            <p:ph type="body" sz="quarter" idx="14" hasCustomPrompt="1"/>
          </p:nvPr>
        </p:nvSpPr>
        <p:spPr>
          <a:xfrm>
            <a:off x="306816" y="2319558"/>
            <a:ext cx="6275605" cy="2218884"/>
          </a:xfrm>
        </p:spPr>
        <p:txBody>
          <a:bodyPr>
            <a:normAutofit/>
          </a:bodyPr>
          <a:lstStyle>
            <a:lvl1pPr marL="0" indent="0">
              <a:buNone/>
              <a:defRPr sz="3000" b="1">
                <a:solidFill>
                  <a:schemeClr val="bg1"/>
                </a:solidFill>
                <a:latin typeface="+mn-lt"/>
                <a:ea typeface="Roboto Condensed" panose="02000000000000000000" pitchFamily="2" charset="0"/>
              </a:defRPr>
            </a:lvl1pPr>
          </a:lstStyle>
          <a:p>
            <a:pPr lvl="0"/>
            <a:r>
              <a:rPr lang="en-US" sz="3000" dirty="0">
                <a:latin typeface="Roboto Condensed" panose="02000000000000000000" pitchFamily="2" charset="0"/>
                <a:ea typeface="Roboto Condensed" panose="02000000000000000000" pitchFamily="2" charset="0"/>
              </a:rPr>
              <a:t>ADD THE TITEL OF YOUR SESSION HERE</a:t>
            </a:r>
            <a:endParaRPr lang="en-BE" dirty="0"/>
          </a:p>
        </p:txBody>
      </p:sp>
    </p:spTree>
    <p:extLst>
      <p:ext uri="{BB962C8B-B14F-4D97-AF65-F5344CB8AC3E}">
        <p14:creationId xmlns:p14="http://schemas.microsoft.com/office/powerpoint/2010/main" val="42355127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ponsors Slide">
    <p:spTree>
      <p:nvGrpSpPr>
        <p:cNvPr id="1" name=""/>
        <p:cNvGrpSpPr/>
        <p:nvPr/>
      </p:nvGrpSpPr>
      <p:grpSpPr>
        <a:xfrm>
          <a:off x="0" y="0"/>
          <a:ext cx="0" cy="0"/>
          <a:chOff x="0" y="0"/>
          <a:chExt cx="0" cy="0"/>
        </a:xfrm>
      </p:grpSpPr>
      <p:sp>
        <p:nvSpPr>
          <p:cNvPr id="49" name="Rectangle 16">
            <a:extLst>
              <a:ext uri="{FF2B5EF4-FFF2-40B4-BE49-F238E27FC236}">
                <a16:creationId xmlns:a16="http://schemas.microsoft.com/office/drawing/2014/main" id="{8576921D-2FE6-3D41-2ADC-AD7FFC416B82}"/>
              </a:ext>
            </a:extLst>
          </p:cNvPr>
          <p:cNvSpPr/>
          <p:nvPr userDrawn="1"/>
        </p:nvSpPr>
        <p:spPr>
          <a:xfrm>
            <a:off x="310098" y="1503743"/>
            <a:ext cx="11566748" cy="1375954"/>
          </a:xfrm>
          <a:prstGeom prst="rect">
            <a:avLst/>
          </a:prstGeom>
          <a:solidFill>
            <a:srgbClr val="6D28D9">
              <a:alpha val="5000"/>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55" name="TextBox 54">
            <a:extLst>
              <a:ext uri="{FF2B5EF4-FFF2-40B4-BE49-F238E27FC236}">
                <a16:creationId xmlns:a16="http://schemas.microsoft.com/office/drawing/2014/main" id="{82F1D1D3-1AEA-1A63-E0AA-85847C397475}"/>
              </a:ext>
            </a:extLst>
          </p:cNvPr>
          <p:cNvSpPr txBox="1"/>
          <p:nvPr userDrawn="1"/>
        </p:nvSpPr>
        <p:spPr>
          <a:xfrm>
            <a:off x="2066926" y="57549"/>
            <a:ext cx="101250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H"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Thank </a:t>
            </a:r>
            <a:r>
              <a:rPr kumimoji="0" lang="en-US"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y</a:t>
            </a:r>
            <a:r>
              <a:rPr kumimoji="0" lang="en-CH"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ou to the sponsors</a:t>
            </a:r>
            <a:endParaRPr kumimoji="0" lang="en-US"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endParaRPr>
          </a:p>
        </p:txBody>
      </p:sp>
      <p:graphicFrame>
        <p:nvGraphicFramePr>
          <p:cNvPr id="3" name="Object 2">
            <a:extLst>
              <a:ext uri="{FF2B5EF4-FFF2-40B4-BE49-F238E27FC236}">
                <a16:creationId xmlns:a16="http://schemas.microsoft.com/office/drawing/2014/main" id="{D324B28C-503B-BB83-045D-24D47D671A1D}"/>
              </a:ext>
            </a:extLst>
          </p:cNvPr>
          <p:cNvGraphicFramePr>
            <a:graphicFrameLocks noChangeAspect="1"/>
          </p:cNvGraphicFramePr>
          <p:nvPr userDrawn="1">
            <p:extLst>
              <p:ext uri="{D42A27DB-BD31-4B8C-83A1-F6EECF244321}">
                <p14:modId xmlns:p14="http://schemas.microsoft.com/office/powerpoint/2010/main" val="2452627672"/>
              </p:ext>
            </p:extLst>
          </p:nvPr>
        </p:nvGraphicFramePr>
        <p:xfrm>
          <a:off x="2066926" y="703880"/>
          <a:ext cx="10125074" cy="68919"/>
        </p:xfrm>
        <a:graphic>
          <a:graphicData uri="http://schemas.openxmlformats.org/presentationml/2006/ole">
            <mc:AlternateContent xmlns:mc="http://schemas.openxmlformats.org/markup-compatibility/2006">
              <mc:Choice xmlns:v="urn:schemas-microsoft-com:vml" Requires="v">
                <p:oleObj r:id="rId2" imgW="9997316" imgH="144552" progId="">
                  <p:embed/>
                </p:oleObj>
              </mc:Choice>
              <mc:Fallback>
                <p:oleObj r:id="rId2" imgW="9997316" imgH="144552" progId="">
                  <p:embed/>
                  <p:pic>
                    <p:nvPicPr>
                      <p:cNvPr id="3" name="Object 2">
                        <a:extLst>
                          <a:ext uri="{FF2B5EF4-FFF2-40B4-BE49-F238E27FC236}">
                            <a16:creationId xmlns:a16="http://schemas.microsoft.com/office/drawing/2014/main" id="{D324B28C-503B-BB83-045D-24D47D671A1D}"/>
                          </a:ext>
                        </a:extLst>
                      </p:cNvPr>
                      <p:cNvPicPr/>
                      <p:nvPr/>
                    </p:nvPicPr>
                    <p:blipFill>
                      <a:blip r:embed="rId3"/>
                      <a:stretch>
                        <a:fillRect/>
                      </a:stretch>
                    </p:blipFill>
                    <p:spPr>
                      <a:xfrm>
                        <a:off x="2066926" y="703880"/>
                        <a:ext cx="10125074" cy="68919"/>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DCC05910-915A-B3C7-03D0-B3F0B2C04750}"/>
              </a:ext>
            </a:extLst>
          </p:cNvPr>
          <p:cNvSpPr/>
          <p:nvPr userDrawn="1"/>
        </p:nvSpPr>
        <p:spPr>
          <a:xfrm>
            <a:off x="-1" y="6789080"/>
            <a:ext cx="12208032" cy="689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descr="A stylized logo featuring a red-clad ninja holding a mug, symbolizing the Workplace Ninjas Belgium for the year 2026.&#10;&#10;AI-generated content may be incorrect.">
            <a:extLst>
              <a:ext uri="{FF2B5EF4-FFF2-40B4-BE49-F238E27FC236}">
                <a16:creationId xmlns:a16="http://schemas.microsoft.com/office/drawing/2014/main" id="{A6016681-88F9-A72E-0769-5B5E7D5A3B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10098" y="164109"/>
            <a:ext cx="1046159" cy="1046159"/>
          </a:xfrm>
          <a:prstGeom prst="rect">
            <a:avLst/>
          </a:prstGeom>
        </p:spPr>
      </p:pic>
      <p:sp>
        <p:nvSpPr>
          <p:cNvPr id="6" name="TextBox 5">
            <a:extLst>
              <a:ext uri="{FF2B5EF4-FFF2-40B4-BE49-F238E27FC236}">
                <a16:creationId xmlns:a16="http://schemas.microsoft.com/office/drawing/2014/main" id="{A1DADD1C-616E-91B2-E122-B4B222902395}"/>
              </a:ext>
            </a:extLst>
          </p:cNvPr>
          <p:cNvSpPr txBox="1"/>
          <p:nvPr userDrawn="1"/>
        </p:nvSpPr>
        <p:spPr>
          <a:xfrm>
            <a:off x="315154" y="1210268"/>
            <a:ext cx="11561692" cy="338554"/>
          </a:xfrm>
          <a:prstGeom prst="rect">
            <a:avLst/>
          </a:prstGeom>
          <a:noFill/>
        </p:spPr>
        <p:txBody>
          <a:bodyPr wrap="square" rtlCol="0">
            <a:spAutoFit/>
          </a:bodyPr>
          <a:lstStyle/>
          <a:p>
            <a:pPr algn="ctr"/>
            <a:r>
              <a:rPr lang="en-BE" sz="1600" dirty="0">
                <a:solidFill>
                  <a:srgbClr val="6D28D9"/>
                </a:solidFill>
                <a:latin typeface="Roboto Condensed Black" panose="02000000000000000000" pitchFamily="2" charset="0"/>
                <a:ea typeface="Roboto Condensed Black" panose="02000000000000000000" pitchFamily="2" charset="0"/>
              </a:rPr>
              <a:t>PLATINUM SPONSOR</a:t>
            </a:r>
          </a:p>
        </p:txBody>
      </p:sp>
      <p:sp>
        <p:nvSpPr>
          <p:cNvPr id="11" name="Rectangle 16">
            <a:extLst>
              <a:ext uri="{FF2B5EF4-FFF2-40B4-BE49-F238E27FC236}">
                <a16:creationId xmlns:a16="http://schemas.microsoft.com/office/drawing/2014/main" id="{2817182E-F82C-98A5-F07D-4FD85858A6ED}"/>
              </a:ext>
            </a:extLst>
          </p:cNvPr>
          <p:cNvSpPr/>
          <p:nvPr userDrawn="1"/>
        </p:nvSpPr>
        <p:spPr>
          <a:xfrm>
            <a:off x="320642" y="3369164"/>
            <a:ext cx="4954536" cy="2913527"/>
          </a:xfrm>
          <a:prstGeom prst="rect">
            <a:avLst/>
          </a:prstGeom>
          <a:solidFill>
            <a:srgbClr val="D97706">
              <a:alpha val="4706"/>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B9E74FFB-BE46-802F-5129-E434F56D2DD6}"/>
              </a:ext>
            </a:extLst>
          </p:cNvPr>
          <p:cNvSpPr txBox="1"/>
          <p:nvPr userDrawn="1"/>
        </p:nvSpPr>
        <p:spPr>
          <a:xfrm>
            <a:off x="320642" y="3026365"/>
            <a:ext cx="4954536" cy="338554"/>
          </a:xfrm>
          <a:prstGeom prst="rect">
            <a:avLst/>
          </a:prstGeom>
          <a:noFill/>
        </p:spPr>
        <p:txBody>
          <a:bodyPr wrap="square" rtlCol="0">
            <a:spAutoFit/>
          </a:bodyPr>
          <a:lstStyle/>
          <a:p>
            <a:pPr algn="ctr"/>
            <a:r>
              <a:rPr lang="en-BE" sz="1600" dirty="0">
                <a:solidFill>
                  <a:srgbClr val="D97706"/>
                </a:solidFill>
                <a:latin typeface="Roboto Condensed Black" panose="02000000000000000000" pitchFamily="2" charset="0"/>
                <a:ea typeface="Roboto Condensed Black" panose="02000000000000000000" pitchFamily="2" charset="0"/>
              </a:rPr>
              <a:t>GOLD SPONSORS</a:t>
            </a:r>
          </a:p>
        </p:txBody>
      </p:sp>
      <p:sp>
        <p:nvSpPr>
          <p:cNvPr id="13" name="Rectangle 16">
            <a:extLst>
              <a:ext uri="{FF2B5EF4-FFF2-40B4-BE49-F238E27FC236}">
                <a16:creationId xmlns:a16="http://schemas.microsoft.com/office/drawing/2014/main" id="{C2054FB8-92D9-D102-9040-A9CBA3EA06BA}"/>
              </a:ext>
            </a:extLst>
          </p:cNvPr>
          <p:cNvSpPr/>
          <p:nvPr userDrawn="1"/>
        </p:nvSpPr>
        <p:spPr>
          <a:xfrm>
            <a:off x="5429122" y="3364919"/>
            <a:ext cx="3144146" cy="2913527"/>
          </a:xfrm>
          <a:prstGeom prst="rect">
            <a:avLst/>
          </a:prstGeom>
          <a:solidFill>
            <a:srgbClr val="6B7280">
              <a:alpha val="4706"/>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CB8A61EA-A997-52B7-12FE-29C932DFF645}"/>
              </a:ext>
            </a:extLst>
          </p:cNvPr>
          <p:cNvSpPr txBox="1"/>
          <p:nvPr userDrawn="1"/>
        </p:nvSpPr>
        <p:spPr>
          <a:xfrm>
            <a:off x="5429122" y="3022120"/>
            <a:ext cx="3144146" cy="338554"/>
          </a:xfrm>
          <a:prstGeom prst="rect">
            <a:avLst/>
          </a:prstGeom>
          <a:noFill/>
        </p:spPr>
        <p:txBody>
          <a:bodyPr wrap="square" rtlCol="0">
            <a:spAutoFit/>
          </a:bodyPr>
          <a:lstStyle/>
          <a:p>
            <a:pPr algn="ctr"/>
            <a:r>
              <a:rPr lang="en-BE" sz="1600" dirty="0">
                <a:solidFill>
                  <a:srgbClr val="6B7280"/>
                </a:solidFill>
                <a:latin typeface="Roboto Condensed Black" panose="02000000000000000000" pitchFamily="2" charset="0"/>
                <a:ea typeface="Roboto Condensed Black" panose="02000000000000000000" pitchFamily="2" charset="0"/>
              </a:rPr>
              <a:t>SILVER SPONSORS</a:t>
            </a:r>
          </a:p>
        </p:txBody>
      </p:sp>
      <p:sp>
        <p:nvSpPr>
          <p:cNvPr id="15" name="Rectangle 16">
            <a:extLst>
              <a:ext uri="{FF2B5EF4-FFF2-40B4-BE49-F238E27FC236}">
                <a16:creationId xmlns:a16="http://schemas.microsoft.com/office/drawing/2014/main" id="{01763A5E-688A-18D5-1AE4-E52581937268}"/>
              </a:ext>
            </a:extLst>
          </p:cNvPr>
          <p:cNvSpPr/>
          <p:nvPr userDrawn="1"/>
        </p:nvSpPr>
        <p:spPr>
          <a:xfrm>
            <a:off x="8727213" y="3360674"/>
            <a:ext cx="3144146" cy="2913527"/>
          </a:xfrm>
          <a:prstGeom prst="rect">
            <a:avLst/>
          </a:prstGeom>
          <a:solidFill>
            <a:srgbClr val="92400E">
              <a:alpha val="4706"/>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EA88AB43-3F8F-A3D2-633E-35653E5C2D7C}"/>
              </a:ext>
            </a:extLst>
          </p:cNvPr>
          <p:cNvSpPr txBox="1"/>
          <p:nvPr userDrawn="1"/>
        </p:nvSpPr>
        <p:spPr>
          <a:xfrm>
            <a:off x="8727213" y="3017875"/>
            <a:ext cx="3144146" cy="338554"/>
          </a:xfrm>
          <a:prstGeom prst="rect">
            <a:avLst/>
          </a:prstGeom>
          <a:noFill/>
        </p:spPr>
        <p:txBody>
          <a:bodyPr wrap="square" rtlCol="0">
            <a:spAutoFit/>
          </a:bodyPr>
          <a:lstStyle/>
          <a:p>
            <a:pPr algn="ctr"/>
            <a:r>
              <a:rPr lang="en-BE" sz="1600" dirty="0">
                <a:solidFill>
                  <a:srgbClr val="92400E"/>
                </a:solidFill>
                <a:latin typeface="Roboto Condensed Black" panose="02000000000000000000" pitchFamily="2" charset="0"/>
                <a:ea typeface="Roboto Condensed Black" panose="02000000000000000000" pitchFamily="2" charset="0"/>
              </a:rPr>
              <a:t>BRONZE SPONSORS</a:t>
            </a:r>
          </a:p>
        </p:txBody>
      </p:sp>
      <p:pic>
        <p:nvPicPr>
          <p:cNvPr id="18" name="Picture 17" descr="Robopack is a logo featuring a geometric hexagonal pattern.&#10;&#10;AI-generated content may be incorrect.">
            <a:extLst>
              <a:ext uri="{FF2B5EF4-FFF2-40B4-BE49-F238E27FC236}">
                <a16:creationId xmlns:a16="http://schemas.microsoft.com/office/drawing/2014/main" id="{D3F58DED-DAD7-5913-0806-6CCF1EBF11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91333" y="1808224"/>
            <a:ext cx="3209334" cy="910398"/>
          </a:xfrm>
          <a:prstGeom prst="rect">
            <a:avLst/>
          </a:prstGeom>
        </p:spPr>
      </p:pic>
      <p:pic>
        <p:nvPicPr>
          <p:cNvPr id="20" name="Graphic 19">
            <a:extLst>
              <a:ext uri="{FF2B5EF4-FFF2-40B4-BE49-F238E27FC236}">
                <a16:creationId xmlns:a16="http://schemas.microsoft.com/office/drawing/2014/main" id="{073EFAA6-192B-FE8B-6AF4-2D46210A70B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673959" y="3856510"/>
            <a:ext cx="2280001" cy="360000"/>
          </a:xfrm>
          <a:prstGeom prst="rect">
            <a:avLst/>
          </a:prstGeom>
        </p:spPr>
      </p:pic>
      <p:pic>
        <p:nvPicPr>
          <p:cNvPr id="22" name="Picture 21" descr="The image depicts a stylized Microsoft logo with a vibrant combination of blue, green, and red colors, featuring the iconic Windows logo.&#10;&#10;AI-generated content may be incorrect.">
            <a:extLst>
              <a:ext uri="{FF2B5EF4-FFF2-40B4-BE49-F238E27FC236}">
                <a16:creationId xmlns:a16="http://schemas.microsoft.com/office/drawing/2014/main" id="{BDE68B71-2E66-1DFF-4434-947B5A43B8C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953955" y="4943424"/>
            <a:ext cx="1687910" cy="360000"/>
          </a:xfrm>
          <a:prstGeom prst="rect">
            <a:avLst/>
          </a:prstGeom>
        </p:spPr>
      </p:pic>
      <p:pic>
        <p:nvPicPr>
          <p:cNvPr id="24" name="Picture 23" descr="The image is a plain, solid blue background.&#10;&#10;AI-generated content may be incorrect.">
            <a:extLst>
              <a:ext uri="{FF2B5EF4-FFF2-40B4-BE49-F238E27FC236}">
                <a16:creationId xmlns:a16="http://schemas.microsoft.com/office/drawing/2014/main" id="{B6AC4B88-645A-AD28-749B-EE8C948B93A7}"/>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91997" y="3856510"/>
            <a:ext cx="928520" cy="360000"/>
          </a:xfrm>
          <a:prstGeom prst="rect">
            <a:avLst/>
          </a:prstGeom>
        </p:spPr>
      </p:pic>
      <p:pic>
        <p:nvPicPr>
          <p:cNvPr id="7" name="Graphic 6">
            <a:extLst>
              <a:ext uri="{FF2B5EF4-FFF2-40B4-BE49-F238E27FC236}">
                <a16:creationId xmlns:a16="http://schemas.microsoft.com/office/drawing/2014/main" id="{26A683AD-EEEA-9177-20EF-68F580741395}"/>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9773380" y="3858951"/>
            <a:ext cx="1104556" cy="841567"/>
          </a:xfrm>
          <a:prstGeom prst="rect">
            <a:avLst/>
          </a:prstGeom>
        </p:spPr>
      </p:pic>
      <p:pic>
        <p:nvPicPr>
          <p:cNvPr id="9" name="Picture 8" descr="A gold laptop with a closed screen.&#10;&#10;AI-generated content may be incorrect.">
            <a:extLst>
              <a:ext uri="{FF2B5EF4-FFF2-40B4-BE49-F238E27FC236}">
                <a16:creationId xmlns:a16="http://schemas.microsoft.com/office/drawing/2014/main" id="{86525A9C-F4A6-D588-C031-F6E4FC9E75BA}"/>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507708" y="5123424"/>
            <a:ext cx="1635900" cy="889633"/>
          </a:xfrm>
          <a:prstGeom prst="rect">
            <a:avLst/>
          </a:prstGeom>
        </p:spPr>
      </p:pic>
      <p:pic>
        <p:nvPicPr>
          <p:cNvPr id="17" name="Graphic 16">
            <a:extLst>
              <a:ext uri="{FF2B5EF4-FFF2-40B4-BE49-F238E27FC236}">
                <a16:creationId xmlns:a16="http://schemas.microsoft.com/office/drawing/2014/main" id="{C738C9FD-99FC-800D-7B26-4C1421AA39EB}"/>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7070511" y="5417664"/>
            <a:ext cx="1362507" cy="344009"/>
          </a:xfrm>
          <a:prstGeom prst="rect">
            <a:avLst/>
          </a:prstGeom>
        </p:spPr>
      </p:pic>
      <p:pic>
        <p:nvPicPr>
          <p:cNvPr id="21" name="Picture 20" descr="Arxus logo features a vibrant red and black design with a distinctive, stylized arrow symbol.&#10;&#10;AI-generated content may be incorrect.">
            <a:extLst>
              <a:ext uri="{FF2B5EF4-FFF2-40B4-BE49-F238E27FC236}">
                <a16:creationId xmlns:a16="http://schemas.microsoft.com/office/drawing/2014/main" id="{08F49358-1009-555D-497A-D33FB3C82AB0}"/>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5488048" y="5365062"/>
            <a:ext cx="1281144" cy="435318"/>
          </a:xfrm>
          <a:prstGeom prst="rect">
            <a:avLst/>
          </a:prstGeom>
        </p:spPr>
      </p:pic>
      <p:pic>
        <p:nvPicPr>
          <p:cNvPr id="25" name="Picture 24" descr="BRING IT ALL TOGETHER&#10;&#10;AI-generated content may be incorrect.">
            <a:extLst>
              <a:ext uri="{FF2B5EF4-FFF2-40B4-BE49-F238E27FC236}">
                <a16:creationId xmlns:a16="http://schemas.microsoft.com/office/drawing/2014/main" id="{B8BD2080-0A62-AF0F-72BE-89B2957FBF2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028724" y="4406038"/>
            <a:ext cx="1446083" cy="456922"/>
          </a:xfrm>
          <a:prstGeom prst="rect">
            <a:avLst/>
          </a:prstGeom>
        </p:spPr>
      </p:pic>
      <p:pic>
        <p:nvPicPr>
          <p:cNvPr id="27" name="Graphic 26">
            <a:extLst>
              <a:ext uri="{FF2B5EF4-FFF2-40B4-BE49-F238E27FC236}">
                <a16:creationId xmlns:a16="http://schemas.microsoft.com/office/drawing/2014/main" id="{6C71933D-9B42-D564-A3D1-EF9205F5947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6075956" y="3856510"/>
            <a:ext cx="1791206" cy="209078"/>
          </a:xfrm>
          <a:prstGeom prst="rect">
            <a:avLst/>
          </a:prstGeom>
        </p:spPr>
      </p:pic>
      <p:pic>
        <p:nvPicPr>
          <p:cNvPr id="29" name="Picture 28" descr="Obsidian.&#10;&#10;AI-generated content may be incorrect.">
            <a:extLst>
              <a:ext uri="{FF2B5EF4-FFF2-40B4-BE49-F238E27FC236}">
                <a16:creationId xmlns:a16="http://schemas.microsoft.com/office/drawing/2014/main" id="{C217717C-1ACF-F9E4-66BB-734761DDDAD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5474788" y="4134108"/>
            <a:ext cx="1294404" cy="970803"/>
          </a:xfrm>
          <a:prstGeom prst="rect">
            <a:avLst/>
          </a:prstGeom>
        </p:spPr>
      </p:pic>
      <p:pic>
        <p:nvPicPr>
          <p:cNvPr id="31" name="Picture 30" descr="Windows Deployment Reimagined.&#10;&#10;AI-generated content may be incorrect.">
            <a:extLst>
              <a:ext uri="{FF2B5EF4-FFF2-40B4-BE49-F238E27FC236}">
                <a16:creationId xmlns:a16="http://schemas.microsoft.com/office/drawing/2014/main" id="{270018AF-7BAC-FEC1-9201-04F5B5F1E38B}"/>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52164" y="5661052"/>
            <a:ext cx="1401796" cy="360000"/>
          </a:xfrm>
          <a:prstGeom prst="rect">
            <a:avLst/>
          </a:prstGeom>
        </p:spPr>
      </p:pic>
      <p:pic>
        <p:nvPicPr>
          <p:cNvPr id="34" name="Picture 33" descr="SENTE&#10;&#10;AI-generated content may be incorrect.">
            <a:extLst>
              <a:ext uri="{FF2B5EF4-FFF2-40B4-BE49-F238E27FC236}">
                <a16:creationId xmlns:a16="http://schemas.microsoft.com/office/drawing/2014/main" id="{805FFEBE-8890-A6BD-BB2E-546BC6BE107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671259" y="5706178"/>
            <a:ext cx="1537590" cy="276169"/>
          </a:xfrm>
          <a:prstGeom prst="rect">
            <a:avLst/>
          </a:prstGeom>
        </p:spPr>
      </p:pic>
    </p:spTree>
    <p:extLst>
      <p:ext uri="{BB962C8B-B14F-4D97-AF65-F5344CB8AC3E}">
        <p14:creationId xmlns:p14="http://schemas.microsoft.com/office/powerpoint/2010/main" val="3317342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bout Me">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D324B28C-503B-BB83-045D-24D47D671A1D}"/>
              </a:ext>
            </a:extLst>
          </p:cNvPr>
          <p:cNvGraphicFramePr>
            <a:graphicFrameLocks noChangeAspect="1"/>
          </p:cNvGraphicFramePr>
          <p:nvPr userDrawn="1">
            <p:extLst>
              <p:ext uri="{D42A27DB-BD31-4B8C-83A1-F6EECF244321}">
                <p14:modId xmlns:p14="http://schemas.microsoft.com/office/powerpoint/2010/main" val="2452627672"/>
              </p:ext>
            </p:extLst>
          </p:nvPr>
        </p:nvGraphicFramePr>
        <p:xfrm>
          <a:off x="2066926" y="703880"/>
          <a:ext cx="10125074" cy="68919"/>
        </p:xfrm>
        <a:graphic>
          <a:graphicData uri="http://schemas.openxmlformats.org/presentationml/2006/ole">
            <mc:AlternateContent xmlns:mc="http://schemas.openxmlformats.org/markup-compatibility/2006">
              <mc:Choice xmlns:v="urn:schemas-microsoft-com:vml" Requires="v">
                <p:oleObj r:id="rId2" imgW="9997316" imgH="144552" progId="">
                  <p:embed/>
                </p:oleObj>
              </mc:Choice>
              <mc:Fallback>
                <p:oleObj r:id="rId2" imgW="9997316" imgH="144552" progId="">
                  <p:embed/>
                  <p:pic>
                    <p:nvPicPr>
                      <p:cNvPr id="3" name="Object 2">
                        <a:extLst>
                          <a:ext uri="{FF2B5EF4-FFF2-40B4-BE49-F238E27FC236}">
                            <a16:creationId xmlns:a16="http://schemas.microsoft.com/office/drawing/2014/main" id="{D324B28C-503B-BB83-045D-24D47D671A1D}"/>
                          </a:ext>
                        </a:extLst>
                      </p:cNvPr>
                      <p:cNvPicPr/>
                      <p:nvPr/>
                    </p:nvPicPr>
                    <p:blipFill>
                      <a:blip r:embed="rId3"/>
                      <a:stretch>
                        <a:fillRect/>
                      </a:stretch>
                    </p:blipFill>
                    <p:spPr>
                      <a:xfrm>
                        <a:off x="2066926" y="703880"/>
                        <a:ext cx="10125074" cy="68919"/>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DCC05910-915A-B3C7-03D0-B3F0B2C04750}"/>
              </a:ext>
            </a:extLst>
          </p:cNvPr>
          <p:cNvSpPr/>
          <p:nvPr userDrawn="1"/>
        </p:nvSpPr>
        <p:spPr>
          <a:xfrm>
            <a:off x="-1" y="6789080"/>
            <a:ext cx="12208032" cy="689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descr="A stylized logo featuring a red-clad ninja holding a mug, symbolizing the Workplace Ninjas Belgium for the year 2026.&#10;&#10;AI-generated content may be incorrect.">
            <a:extLst>
              <a:ext uri="{FF2B5EF4-FFF2-40B4-BE49-F238E27FC236}">
                <a16:creationId xmlns:a16="http://schemas.microsoft.com/office/drawing/2014/main" id="{A6016681-88F9-A72E-0769-5B5E7D5A3B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10098" y="164109"/>
            <a:ext cx="1046159" cy="1046159"/>
          </a:xfrm>
          <a:prstGeom prst="rect">
            <a:avLst/>
          </a:prstGeom>
        </p:spPr>
      </p:pic>
      <p:sp>
        <p:nvSpPr>
          <p:cNvPr id="2" name="Freeform 67">
            <a:extLst>
              <a:ext uri="{FF2B5EF4-FFF2-40B4-BE49-F238E27FC236}">
                <a16:creationId xmlns:a16="http://schemas.microsoft.com/office/drawing/2014/main" id="{5EA1BCC0-743E-4064-8824-64466D54401E}"/>
              </a:ext>
            </a:extLst>
          </p:cNvPr>
          <p:cNvSpPr/>
          <p:nvPr userDrawn="1"/>
        </p:nvSpPr>
        <p:spPr>
          <a:xfrm>
            <a:off x="6500773" y="2196208"/>
            <a:ext cx="1419336" cy="696280"/>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chemeClr val="tx1">
                <a:lumMod val="40000"/>
                <a:lumOff val="60000"/>
              </a:schemeClr>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itchFamily="34" charset="0"/>
              <a:ea typeface="+mn-ea"/>
              <a:cs typeface="+mn-cs"/>
            </a:endParaRPr>
          </a:p>
        </p:txBody>
      </p:sp>
      <p:cxnSp>
        <p:nvCxnSpPr>
          <p:cNvPr id="6" name="Straight Connector 5">
            <a:extLst>
              <a:ext uri="{FF2B5EF4-FFF2-40B4-BE49-F238E27FC236}">
                <a16:creationId xmlns:a16="http://schemas.microsoft.com/office/drawing/2014/main" id="{1A38BD45-E427-DF22-FFEA-804F516CDE50}"/>
              </a:ext>
            </a:extLst>
          </p:cNvPr>
          <p:cNvCxnSpPr/>
          <p:nvPr userDrawn="1"/>
        </p:nvCxnSpPr>
        <p:spPr>
          <a:xfrm flipV="1">
            <a:off x="6998735" y="3712222"/>
            <a:ext cx="921373" cy="3501"/>
          </a:xfrm>
          <a:prstGeom prst="line">
            <a:avLst/>
          </a:prstGeom>
          <a:noFill/>
          <a:ln w="12700" cap="flat">
            <a:solidFill>
              <a:schemeClr val="tx1">
                <a:lumMod val="40000"/>
                <a:lumOff val="60000"/>
              </a:schemeClr>
            </a:solidFill>
            <a:prstDash val="solid"/>
            <a:miter lim="800000"/>
            <a:headEnd/>
            <a:tailEnd type="oval" w="lg" len="lg"/>
          </a:ln>
          <a:extLst>
            <a:ext uri="{909E8E84-426E-40DD-AFC4-6F175D3DCCD1}">
              <a14:hiddenFill xmlns:a14="http://schemas.microsoft.com/office/drawing/2010/main">
                <a:noFill/>
              </a14:hiddenFill>
            </a:ext>
          </a:extLst>
        </p:spPr>
      </p:cxnSp>
      <p:sp>
        <p:nvSpPr>
          <p:cNvPr id="7" name="Freeform 69">
            <a:extLst>
              <a:ext uri="{FF2B5EF4-FFF2-40B4-BE49-F238E27FC236}">
                <a16:creationId xmlns:a16="http://schemas.microsoft.com/office/drawing/2014/main" id="{BFB06A1E-3883-1AB2-BF76-4DEE4B9A71E3}"/>
              </a:ext>
            </a:extLst>
          </p:cNvPr>
          <p:cNvSpPr/>
          <p:nvPr userDrawn="1"/>
        </p:nvSpPr>
        <p:spPr>
          <a:xfrm flipV="1">
            <a:off x="6500775" y="4527993"/>
            <a:ext cx="1419336" cy="696280"/>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chemeClr val="tx1">
                <a:lumMod val="40000"/>
                <a:lumOff val="60000"/>
              </a:schemeClr>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8" name="Freeform 70">
            <a:extLst>
              <a:ext uri="{FF2B5EF4-FFF2-40B4-BE49-F238E27FC236}">
                <a16:creationId xmlns:a16="http://schemas.microsoft.com/office/drawing/2014/main" id="{9E85DA5D-AABF-70F2-56A5-E31332B3CBBE}"/>
              </a:ext>
            </a:extLst>
          </p:cNvPr>
          <p:cNvSpPr/>
          <p:nvPr userDrawn="1"/>
        </p:nvSpPr>
        <p:spPr>
          <a:xfrm flipH="1">
            <a:off x="4273222" y="2196207"/>
            <a:ext cx="1419336" cy="696280"/>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chemeClr val="tx1">
                <a:lumMod val="40000"/>
                <a:lumOff val="60000"/>
              </a:schemeClr>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itchFamily="34" charset="0"/>
              <a:ea typeface="+mn-ea"/>
              <a:cs typeface="+mn-cs"/>
            </a:endParaRPr>
          </a:p>
        </p:txBody>
      </p:sp>
      <p:cxnSp>
        <p:nvCxnSpPr>
          <p:cNvPr id="9" name="Straight Connector 8">
            <a:extLst>
              <a:ext uri="{FF2B5EF4-FFF2-40B4-BE49-F238E27FC236}">
                <a16:creationId xmlns:a16="http://schemas.microsoft.com/office/drawing/2014/main" id="{40EA087E-D19B-1F5A-2F15-ED49E099F9E9}"/>
              </a:ext>
            </a:extLst>
          </p:cNvPr>
          <p:cNvCxnSpPr/>
          <p:nvPr userDrawn="1"/>
        </p:nvCxnSpPr>
        <p:spPr>
          <a:xfrm flipH="1" flipV="1">
            <a:off x="4273222" y="3712223"/>
            <a:ext cx="921374" cy="3501"/>
          </a:xfrm>
          <a:prstGeom prst="line">
            <a:avLst/>
          </a:prstGeom>
          <a:noFill/>
          <a:ln w="12700" cap="flat">
            <a:solidFill>
              <a:schemeClr val="tx1">
                <a:lumMod val="40000"/>
                <a:lumOff val="60000"/>
              </a:schemeClr>
            </a:solidFill>
            <a:prstDash val="solid"/>
            <a:miter lim="800000"/>
            <a:headEnd/>
            <a:tailEnd type="oval" w="lg" len="lg"/>
          </a:ln>
          <a:extLst>
            <a:ext uri="{909E8E84-426E-40DD-AFC4-6F175D3DCCD1}">
              <a14:hiddenFill xmlns:a14="http://schemas.microsoft.com/office/drawing/2010/main">
                <a:noFill/>
              </a14:hiddenFill>
            </a:ext>
          </a:extLst>
        </p:spPr>
      </p:cxnSp>
      <p:sp>
        <p:nvSpPr>
          <p:cNvPr id="10" name="Freeform 72">
            <a:extLst>
              <a:ext uri="{FF2B5EF4-FFF2-40B4-BE49-F238E27FC236}">
                <a16:creationId xmlns:a16="http://schemas.microsoft.com/office/drawing/2014/main" id="{C69BAECB-BFB4-F897-5728-1CE59C751579}"/>
              </a:ext>
            </a:extLst>
          </p:cNvPr>
          <p:cNvSpPr/>
          <p:nvPr userDrawn="1"/>
        </p:nvSpPr>
        <p:spPr>
          <a:xfrm flipH="1" flipV="1">
            <a:off x="4273221" y="4527993"/>
            <a:ext cx="1419336" cy="696280"/>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chemeClr val="tx1">
                <a:lumMod val="40000"/>
                <a:lumOff val="60000"/>
              </a:schemeClr>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11" name="Oval 10">
            <a:extLst>
              <a:ext uri="{FF2B5EF4-FFF2-40B4-BE49-F238E27FC236}">
                <a16:creationId xmlns:a16="http://schemas.microsoft.com/office/drawing/2014/main" id="{F1423607-2990-EE19-5362-451C6C50F32E}"/>
              </a:ext>
            </a:extLst>
          </p:cNvPr>
          <p:cNvSpPr/>
          <p:nvPr userDrawn="1"/>
        </p:nvSpPr>
        <p:spPr>
          <a:xfrm>
            <a:off x="5174544" y="2787624"/>
            <a:ext cx="1838113" cy="183811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srgbClr val="215C84"/>
              </a:solidFill>
              <a:effectLst/>
              <a:uLnTx/>
              <a:uFillTx/>
              <a:latin typeface="Calibri" pitchFamily="34" charset="0"/>
              <a:ea typeface="+mn-ea"/>
              <a:cs typeface="+mn-cs"/>
            </a:endParaRPr>
          </a:p>
        </p:txBody>
      </p:sp>
      <p:sp>
        <p:nvSpPr>
          <p:cNvPr id="12" name="Content Placeholder 7">
            <a:extLst>
              <a:ext uri="{FF2B5EF4-FFF2-40B4-BE49-F238E27FC236}">
                <a16:creationId xmlns:a16="http://schemas.microsoft.com/office/drawing/2014/main" id="{42CAAD04-58FB-77FC-EEDD-FB3145AD9190}"/>
              </a:ext>
            </a:extLst>
          </p:cNvPr>
          <p:cNvSpPr>
            <a:spLocks noGrp="1"/>
          </p:cNvSpPr>
          <p:nvPr>
            <p:ph sz="quarter" idx="14" hasCustomPrompt="1"/>
          </p:nvPr>
        </p:nvSpPr>
        <p:spPr>
          <a:xfrm>
            <a:off x="5324803" y="3561827"/>
            <a:ext cx="1566621" cy="320625"/>
          </a:xfrm>
        </p:spPr>
        <p:txBody>
          <a:bodyPr>
            <a:normAutofit/>
          </a:bodyPr>
          <a:lstStyle>
            <a:lvl1pPr marL="0" indent="0" algn="ctr">
              <a:buNone/>
              <a:defRPr sz="1800" b="0">
                <a:solidFill>
                  <a:schemeClr val="bg1"/>
                </a:solidFill>
              </a:defRPr>
            </a:lvl1pPr>
          </a:lstStyle>
          <a:p>
            <a:pPr lvl="0"/>
            <a:r>
              <a:rPr lang="en-US"/>
              <a:t>EDIT</a:t>
            </a:r>
          </a:p>
        </p:txBody>
      </p:sp>
      <p:sp>
        <p:nvSpPr>
          <p:cNvPr id="13" name="Content Placeholder 7">
            <a:extLst>
              <a:ext uri="{FF2B5EF4-FFF2-40B4-BE49-F238E27FC236}">
                <a16:creationId xmlns:a16="http://schemas.microsoft.com/office/drawing/2014/main" id="{84390DC2-C362-5E00-522A-8310DB295C44}"/>
              </a:ext>
            </a:extLst>
          </p:cNvPr>
          <p:cNvSpPr>
            <a:spLocks noGrp="1"/>
          </p:cNvSpPr>
          <p:nvPr>
            <p:ph sz="quarter" idx="15" hasCustomPrompt="1"/>
          </p:nvPr>
        </p:nvSpPr>
        <p:spPr>
          <a:xfrm>
            <a:off x="544278" y="1996267"/>
            <a:ext cx="3345549" cy="384969"/>
          </a:xfrm>
        </p:spPr>
        <p:txBody>
          <a:bodyPr>
            <a:normAutofit/>
          </a:bodyPr>
          <a:lstStyle>
            <a:lvl1pPr marL="0" indent="0" algn="r">
              <a:buNone/>
              <a:defRPr sz="2000" b="1">
                <a:solidFill>
                  <a:schemeClr val="accent1"/>
                </a:solidFill>
              </a:defRPr>
            </a:lvl1pPr>
          </a:lstStyle>
          <a:p>
            <a:pPr lvl="0"/>
            <a:r>
              <a:rPr lang="en-US" dirty="0"/>
              <a:t>HEADING</a:t>
            </a:r>
          </a:p>
        </p:txBody>
      </p:sp>
      <p:sp>
        <p:nvSpPr>
          <p:cNvPr id="14" name="Content Placeholder 7">
            <a:extLst>
              <a:ext uri="{FF2B5EF4-FFF2-40B4-BE49-F238E27FC236}">
                <a16:creationId xmlns:a16="http://schemas.microsoft.com/office/drawing/2014/main" id="{7D5BF680-F247-42F6-6FD5-7D9BFFD406CC}"/>
              </a:ext>
            </a:extLst>
          </p:cNvPr>
          <p:cNvSpPr>
            <a:spLocks noGrp="1"/>
          </p:cNvSpPr>
          <p:nvPr>
            <p:ph sz="quarter" idx="16" hasCustomPrompt="1"/>
          </p:nvPr>
        </p:nvSpPr>
        <p:spPr>
          <a:xfrm>
            <a:off x="536548" y="2381843"/>
            <a:ext cx="3345549" cy="384969"/>
          </a:xfrm>
        </p:spPr>
        <p:txBody>
          <a:bodyPr>
            <a:normAutofit/>
          </a:bodyPr>
          <a:lstStyle>
            <a:lvl1pPr marL="0" indent="0" algn="r">
              <a:buNone/>
              <a:defRPr sz="1600" b="0" baseline="0">
                <a:solidFill>
                  <a:schemeClr val="accent2"/>
                </a:solidFill>
              </a:defRPr>
            </a:lvl1pPr>
          </a:lstStyle>
          <a:p>
            <a:pPr lvl="0"/>
            <a:r>
              <a:rPr lang="en-US"/>
              <a:t>Edit this text</a:t>
            </a:r>
          </a:p>
        </p:txBody>
      </p:sp>
      <p:sp>
        <p:nvSpPr>
          <p:cNvPr id="15" name="Content Placeholder 7">
            <a:extLst>
              <a:ext uri="{FF2B5EF4-FFF2-40B4-BE49-F238E27FC236}">
                <a16:creationId xmlns:a16="http://schemas.microsoft.com/office/drawing/2014/main" id="{9F8FDBB1-98B3-1BF1-F708-8769F832EB2F}"/>
              </a:ext>
            </a:extLst>
          </p:cNvPr>
          <p:cNvSpPr>
            <a:spLocks noGrp="1"/>
          </p:cNvSpPr>
          <p:nvPr>
            <p:ph sz="quarter" idx="17" hasCustomPrompt="1"/>
          </p:nvPr>
        </p:nvSpPr>
        <p:spPr>
          <a:xfrm>
            <a:off x="566052" y="3454927"/>
            <a:ext cx="3345549" cy="384969"/>
          </a:xfrm>
        </p:spPr>
        <p:txBody>
          <a:bodyPr>
            <a:normAutofit/>
          </a:bodyPr>
          <a:lstStyle>
            <a:lvl1pPr marL="0" indent="0" algn="r">
              <a:buNone/>
              <a:defRPr sz="2000" b="1">
                <a:solidFill>
                  <a:schemeClr val="accent1"/>
                </a:solidFill>
              </a:defRPr>
            </a:lvl1pPr>
          </a:lstStyle>
          <a:p>
            <a:pPr lvl="0"/>
            <a:r>
              <a:rPr lang="en-US"/>
              <a:t>HEADING</a:t>
            </a:r>
          </a:p>
        </p:txBody>
      </p:sp>
      <p:sp>
        <p:nvSpPr>
          <p:cNvPr id="16" name="Content Placeholder 7">
            <a:extLst>
              <a:ext uri="{FF2B5EF4-FFF2-40B4-BE49-F238E27FC236}">
                <a16:creationId xmlns:a16="http://schemas.microsoft.com/office/drawing/2014/main" id="{588A301C-2369-3E61-2893-DE18C272C201}"/>
              </a:ext>
            </a:extLst>
          </p:cNvPr>
          <p:cNvSpPr>
            <a:spLocks noGrp="1"/>
          </p:cNvSpPr>
          <p:nvPr>
            <p:ph sz="quarter" idx="18" hasCustomPrompt="1"/>
          </p:nvPr>
        </p:nvSpPr>
        <p:spPr>
          <a:xfrm>
            <a:off x="573312" y="3855493"/>
            <a:ext cx="3345549" cy="384969"/>
          </a:xfrm>
        </p:spPr>
        <p:txBody>
          <a:bodyPr>
            <a:normAutofit/>
          </a:bodyPr>
          <a:lstStyle>
            <a:lvl1pPr marL="0" indent="0" algn="r">
              <a:buNone/>
              <a:defRPr sz="1600" b="0" baseline="0">
                <a:solidFill>
                  <a:schemeClr val="accent2"/>
                </a:solidFill>
              </a:defRPr>
            </a:lvl1pPr>
          </a:lstStyle>
          <a:p>
            <a:pPr lvl="0"/>
            <a:r>
              <a:rPr lang="en-US"/>
              <a:t>Edit this text</a:t>
            </a:r>
          </a:p>
        </p:txBody>
      </p:sp>
      <p:sp>
        <p:nvSpPr>
          <p:cNvPr id="17" name="Content Placeholder 7">
            <a:extLst>
              <a:ext uri="{FF2B5EF4-FFF2-40B4-BE49-F238E27FC236}">
                <a16:creationId xmlns:a16="http://schemas.microsoft.com/office/drawing/2014/main" id="{9BF2412F-5161-158B-3D02-9A3A0BF405AF}"/>
              </a:ext>
            </a:extLst>
          </p:cNvPr>
          <p:cNvSpPr>
            <a:spLocks noGrp="1"/>
          </p:cNvSpPr>
          <p:nvPr>
            <p:ph sz="quarter" idx="19" hasCustomPrompt="1"/>
          </p:nvPr>
        </p:nvSpPr>
        <p:spPr>
          <a:xfrm>
            <a:off x="587826" y="4986157"/>
            <a:ext cx="3345549" cy="384969"/>
          </a:xfrm>
        </p:spPr>
        <p:txBody>
          <a:bodyPr>
            <a:normAutofit/>
          </a:bodyPr>
          <a:lstStyle>
            <a:lvl1pPr marL="0" indent="0" algn="r">
              <a:buNone/>
              <a:defRPr sz="2000" b="1">
                <a:solidFill>
                  <a:schemeClr val="accent1"/>
                </a:solidFill>
              </a:defRPr>
            </a:lvl1pPr>
          </a:lstStyle>
          <a:p>
            <a:pPr lvl="0"/>
            <a:r>
              <a:rPr lang="en-US"/>
              <a:t>HEADING</a:t>
            </a:r>
          </a:p>
        </p:txBody>
      </p:sp>
      <p:sp>
        <p:nvSpPr>
          <p:cNvPr id="18" name="Content Placeholder 7">
            <a:extLst>
              <a:ext uri="{FF2B5EF4-FFF2-40B4-BE49-F238E27FC236}">
                <a16:creationId xmlns:a16="http://schemas.microsoft.com/office/drawing/2014/main" id="{2F626B21-8531-B833-E20C-E029A4DFD830}"/>
              </a:ext>
            </a:extLst>
          </p:cNvPr>
          <p:cNvSpPr>
            <a:spLocks noGrp="1"/>
          </p:cNvSpPr>
          <p:nvPr>
            <p:ph sz="quarter" idx="20" hasCustomPrompt="1"/>
          </p:nvPr>
        </p:nvSpPr>
        <p:spPr>
          <a:xfrm>
            <a:off x="580096" y="5386723"/>
            <a:ext cx="3345549" cy="384969"/>
          </a:xfrm>
        </p:spPr>
        <p:txBody>
          <a:bodyPr>
            <a:normAutofit/>
          </a:bodyPr>
          <a:lstStyle>
            <a:lvl1pPr marL="0" indent="0" algn="r">
              <a:buNone/>
              <a:defRPr sz="1600" b="0" baseline="0">
                <a:solidFill>
                  <a:schemeClr val="accent2"/>
                </a:solidFill>
              </a:defRPr>
            </a:lvl1pPr>
          </a:lstStyle>
          <a:p>
            <a:pPr lvl="0"/>
            <a:r>
              <a:rPr lang="en-US"/>
              <a:t>Edit this text</a:t>
            </a:r>
          </a:p>
        </p:txBody>
      </p:sp>
      <p:sp>
        <p:nvSpPr>
          <p:cNvPr id="19" name="Content Placeholder 7">
            <a:extLst>
              <a:ext uri="{FF2B5EF4-FFF2-40B4-BE49-F238E27FC236}">
                <a16:creationId xmlns:a16="http://schemas.microsoft.com/office/drawing/2014/main" id="{A5EB490C-4517-BF2F-9CF5-D616358C08D6}"/>
              </a:ext>
            </a:extLst>
          </p:cNvPr>
          <p:cNvSpPr>
            <a:spLocks noGrp="1"/>
          </p:cNvSpPr>
          <p:nvPr>
            <p:ph sz="quarter" idx="21" hasCustomPrompt="1"/>
          </p:nvPr>
        </p:nvSpPr>
        <p:spPr>
          <a:xfrm>
            <a:off x="8133733" y="4935361"/>
            <a:ext cx="3455922" cy="384969"/>
          </a:xfrm>
        </p:spPr>
        <p:txBody>
          <a:bodyPr>
            <a:normAutofit/>
          </a:bodyPr>
          <a:lstStyle>
            <a:lvl1pPr marL="0" indent="0" algn="l">
              <a:buNone/>
              <a:defRPr sz="2000" b="1">
                <a:solidFill>
                  <a:schemeClr val="accent1"/>
                </a:solidFill>
              </a:defRPr>
            </a:lvl1pPr>
          </a:lstStyle>
          <a:p>
            <a:pPr lvl="0"/>
            <a:r>
              <a:rPr lang="en-US"/>
              <a:t>HEADING</a:t>
            </a:r>
          </a:p>
        </p:txBody>
      </p:sp>
      <p:sp>
        <p:nvSpPr>
          <p:cNvPr id="20" name="Content Placeholder 7">
            <a:extLst>
              <a:ext uri="{FF2B5EF4-FFF2-40B4-BE49-F238E27FC236}">
                <a16:creationId xmlns:a16="http://schemas.microsoft.com/office/drawing/2014/main" id="{07266D1D-ECE2-5E82-2E43-854AE225B939}"/>
              </a:ext>
            </a:extLst>
          </p:cNvPr>
          <p:cNvSpPr>
            <a:spLocks noGrp="1"/>
          </p:cNvSpPr>
          <p:nvPr>
            <p:ph sz="quarter" idx="22" hasCustomPrompt="1"/>
          </p:nvPr>
        </p:nvSpPr>
        <p:spPr>
          <a:xfrm>
            <a:off x="8140993" y="5335927"/>
            <a:ext cx="3455922" cy="384969"/>
          </a:xfrm>
        </p:spPr>
        <p:txBody>
          <a:bodyPr>
            <a:normAutofit/>
          </a:bodyPr>
          <a:lstStyle>
            <a:lvl1pPr marL="0" indent="0" algn="l">
              <a:buNone/>
              <a:defRPr sz="1600" b="0" baseline="0">
                <a:solidFill>
                  <a:schemeClr val="accent2"/>
                </a:solidFill>
              </a:defRPr>
            </a:lvl1pPr>
          </a:lstStyle>
          <a:p>
            <a:pPr lvl="0"/>
            <a:r>
              <a:rPr lang="en-US"/>
              <a:t>Edit this text</a:t>
            </a:r>
          </a:p>
        </p:txBody>
      </p:sp>
      <p:sp>
        <p:nvSpPr>
          <p:cNvPr id="21" name="Content Placeholder 7">
            <a:extLst>
              <a:ext uri="{FF2B5EF4-FFF2-40B4-BE49-F238E27FC236}">
                <a16:creationId xmlns:a16="http://schemas.microsoft.com/office/drawing/2014/main" id="{0CC77F8C-6218-E37D-6DBC-FF985F1ED51C}"/>
              </a:ext>
            </a:extLst>
          </p:cNvPr>
          <p:cNvSpPr>
            <a:spLocks noGrp="1"/>
          </p:cNvSpPr>
          <p:nvPr>
            <p:ph sz="quarter" idx="23" hasCustomPrompt="1"/>
          </p:nvPr>
        </p:nvSpPr>
        <p:spPr>
          <a:xfrm>
            <a:off x="8170021" y="3389623"/>
            <a:ext cx="3455922" cy="384969"/>
          </a:xfrm>
        </p:spPr>
        <p:txBody>
          <a:bodyPr>
            <a:normAutofit/>
          </a:bodyPr>
          <a:lstStyle>
            <a:lvl1pPr marL="0" indent="0" algn="l">
              <a:buNone/>
              <a:defRPr sz="2000" b="1">
                <a:solidFill>
                  <a:schemeClr val="accent1"/>
                </a:solidFill>
              </a:defRPr>
            </a:lvl1pPr>
          </a:lstStyle>
          <a:p>
            <a:pPr lvl="0"/>
            <a:r>
              <a:rPr lang="en-US"/>
              <a:t>HEADING</a:t>
            </a:r>
          </a:p>
        </p:txBody>
      </p:sp>
      <p:sp>
        <p:nvSpPr>
          <p:cNvPr id="22" name="Content Placeholder 7">
            <a:extLst>
              <a:ext uri="{FF2B5EF4-FFF2-40B4-BE49-F238E27FC236}">
                <a16:creationId xmlns:a16="http://schemas.microsoft.com/office/drawing/2014/main" id="{52034CA5-B33E-E525-8717-26A1CF1E6A7A}"/>
              </a:ext>
            </a:extLst>
          </p:cNvPr>
          <p:cNvSpPr>
            <a:spLocks noGrp="1"/>
          </p:cNvSpPr>
          <p:nvPr>
            <p:ph sz="quarter" idx="24" hasCustomPrompt="1"/>
          </p:nvPr>
        </p:nvSpPr>
        <p:spPr>
          <a:xfrm>
            <a:off x="8162291" y="3790189"/>
            <a:ext cx="3455922" cy="384969"/>
          </a:xfrm>
        </p:spPr>
        <p:txBody>
          <a:bodyPr>
            <a:normAutofit/>
          </a:bodyPr>
          <a:lstStyle>
            <a:lvl1pPr marL="0" indent="0" algn="l">
              <a:buNone/>
              <a:defRPr sz="1600" b="0" baseline="0">
                <a:solidFill>
                  <a:schemeClr val="accent2"/>
                </a:solidFill>
              </a:defRPr>
            </a:lvl1pPr>
          </a:lstStyle>
          <a:p>
            <a:pPr lvl="0"/>
            <a:r>
              <a:rPr lang="en-US"/>
              <a:t>Edit this text</a:t>
            </a:r>
          </a:p>
        </p:txBody>
      </p:sp>
      <p:sp>
        <p:nvSpPr>
          <p:cNvPr id="23" name="Content Placeholder 7">
            <a:extLst>
              <a:ext uri="{FF2B5EF4-FFF2-40B4-BE49-F238E27FC236}">
                <a16:creationId xmlns:a16="http://schemas.microsoft.com/office/drawing/2014/main" id="{7E76EBF5-F18D-3EE4-DD82-31BC0067E813}"/>
              </a:ext>
            </a:extLst>
          </p:cNvPr>
          <p:cNvSpPr>
            <a:spLocks noGrp="1"/>
          </p:cNvSpPr>
          <p:nvPr>
            <p:ph sz="quarter" idx="26" hasCustomPrompt="1"/>
          </p:nvPr>
        </p:nvSpPr>
        <p:spPr>
          <a:xfrm>
            <a:off x="8206309" y="1916455"/>
            <a:ext cx="3455922" cy="384969"/>
          </a:xfrm>
        </p:spPr>
        <p:txBody>
          <a:bodyPr>
            <a:normAutofit/>
          </a:bodyPr>
          <a:lstStyle>
            <a:lvl1pPr marL="0" indent="0" algn="l">
              <a:buNone/>
              <a:defRPr sz="2000" b="1">
                <a:solidFill>
                  <a:schemeClr val="accent1"/>
                </a:solidFill>
              </a:defRPr>
            </a:lvl1pPr>
          </a:lstStyle>
          <a:p>
            <a:pPr lvl="0"/>
            <a:r>
              <a:rPr lang="en-US"/>
              <a:t>HEADING</a:t>
            </a:r>
          </a:p>
        </p:txBody>
      </p:sp>
      <p:sp>
        <p:nvSpPr>
          <p:cNvPr id="24" name="Content Placeholder 7">
            <a:extLst>
              <a:ext uri="{FF2B5EF4-FFF2-40B4-BE49-F238E27FC236}">
                <a16:creationId xmlns:a16="http://schemas.microsoft.com/office/drawing/2014/main" id="{24C0E8AC-426C-148C-E9D4-C1B20A6CF7C7}"/>
              </a:ext>
            </a:extLst>
          </p:cNvPr>
          <p:cNvSpPr>
            <a:spLocks noGrp="1"/>
          </p:cNvSpPr>
          <p:nvPr>
            <p:ph sz="quarter" idx="27" hasCustomPrompt="1"/>
          </p:nvPr>
        </p:nvSpPr>
        <p:spPr>
          <a:xfrm>
            <a:off x="8198579" y="2317021"/>
            <a:ext cx="3455922" cy="384969"/>
          </a:xfrm>
        </p:spPr>
        <p:txBody>
          <a:bodyPr>
            <a:normAutofit/>
          </a:bodyPr>
          <a:lstStyle>
            <a:lvl1pPr marL="0" indent="0" algn="l">
              <a:buNone/>
              <a:defRPr sz="1600" b="0" baseline="0">
                <a:solidFill>
                  <a:schemeClr val="accent2"/>
                </a:solidFill>
              </a:defRPr>
            </a:lvl1pPr>
          </a:lstStyle>
          <a:p>
            <a:pPr lvl="0"/>
            <a:r>
              <a:rPr lang="en-US"/>
              <a:t>Edit this text</a:t>
            </a:r>
          </a:p>
        </p:txBody>
      </p:sp>
      <p:sp>
        <p:nvSpPr>
          <p:cNvPr id="25" name="Text Placeholder 3">
            <a:extLst>
              <a:ext uri="{FF2B5EF4-FFF2-40B4-BE49-F238E27FC236}">
                <a16:creationId xmlns:a16="http://schemas.microsoft.com/office/drawing/2014/main" id="{22672261-F15A-A734-AA12-E22B9CF22983}"/>
              </a:ext>
            </a:extLst>
          </p:cNvPr>
          <p:cNvSpPr>
            <a:spLocks noGrp="1"/>
          </p:cNvSpPr>
          <p:nvPr>
            <p:ph type="body" sz="quarter" idx="25" hasCustomPrompt="1"/>
          </p:nvPr>
        </p:nvSpPr>
        <p:spPr>
          <a:xfrm>
            <a:off x="2066926" y="130175"/>
            <a:ext cx="10125074" cy="563563"/>
          </a:xfrm>
        </p:spPr>
        <p:txBody>
          <a:bodyPr>
            <a:noAutofit/>
          </a:bodyPr>
          <a:lstStyle>
            <a:lvl1pPr marL="0" indent="0" algn="l">
              <a:buNone/>
              <a:defRPr lang="en-US" sz="3600" b="1" kern="1200" dirty="0">
                <a:solidFill>
                  <a:schemeClr val="tx1"/>
                </a:solidFill>
                <a:latin typeface="Roboto Condensed" panose="02000000000000000000" pitchFamily="2" charset="0"/>
                <a:ea typeface="Roboto Condensed" panose="02000000000000000000" pitchFamily="2" charset="0"/>
                <a:cs typeface="+mn-cs"/>
              </a:defRPr>
            </a:lvl1pPr>
          </a:lstStyle>
          <a:p>
            <a:pPr lvl="0"/>
            <a:r>
              <a:rPr lang="en-BE" dirty="0"/>
              <a:t>About Me</a:t>
            </a:r>
            <a:endParaRPr lang="en-US" dirty="0"/>
          </a:p>
        </p:txBody>
      </p:sp>
    </p:spTree>
    <p:extLst>
      <p:ext uri="{BB962C8B-B14F-4D97-AF65-F5344CB8AC3E}">
        <p14:creationId xmlns:p14="http://schemas.microsoft.com/office/powerpoint/2010/main" val="15850380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D324B28C-503B-BB83-045D-24D47D671A1D}"/>
              </a:ext>
            </a:extLst>
          </p:cNvPr>
          <p:cNvGraphicFramePr>
            <a:graphicFrameLocks noChangeAspect="1"/>
          </p:cNvGraphicFramePr>
          <p:nvPr userDrawn="1">
            <p:extLst>
              <p:ext uri="{D42A27DB-BD31-4B8C-83A1-F6EECF244321}">
                <p14:modId xmlns:p14="http://schemas.microsoft.com/office/powerpoint/2010/main" val="2452627672"/>
              </p:ext>
            </p:extLst>
          </p:nvPr>
        </p:nvGraphicFramePr>
        <p:xfrm>
          <a:off x="2066926" y="703880"/>
          <a:ext cx="10125074" cy="68919"/>
        </p:xfrm>
        <a:graphic>
          <a:graphicData uri="http://schemas.openxmlformats.org/presentationml/2006/ole">
            <mc:AlternateContent xmlns:mc="http://schemas.openxmlformats.org/markup-compatibility/2006">
              <mc:Choice xmlns:v="urn:schemas-microsoft-com:vml" Requires="v">
                <p:oleObj r:id="rId2" imgW="9997316" imgH="144552" progId="">
                  <p:embed/>
                </p:oleObj>
              </mc:Choice>
              <mc:Fallback>
                <p:oleObj r:id="rId2" imgW="9997316" imgH="144552" progId="">
                  <p:embed/>
                  <p:pic>
                    <p:nvPicPr>
                      <p:cNvPr id="3" name="Object 2">
                        <a:extLst>
                          <a:ext uri="{FF2B5EF4-FFF2-40B4-BE49-F238E27FC236}">
                            <a16:creationId xmlns:a16="http://schemas.microsoft.com/office/drawing/2014/main" id="{D324B28C-503B-BB83-045D-24D47D671A1D}"/>
                          </a:ext>
                        </a:extLst>
                      </p:cNvPr>
                      <p:cNvPicPr/>
                      <p:nvPr/>
                    </p:nvPicPr>
                    <p:blipFill>
                      <a:blip r:embed="rId3"/>
                      <a:stretch>
                        <a:fillRect/>
                      </a:stretch>
                    </p:blipFill>
                    <p:spPr>
                      <a:xfrm>
                        <a:off x="2066926" y="703880"/>
                        <a:ext cx="10125074" cy="68919"/>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DCC05910-915A-B3C7-03D0-B3F0B2C04750}"/>
              </a:ext>
            </a:extLst>
          </p:cNvPr>
          <p:cNvSpPr/>
          <p:nvPr userDrawn="1"/>
        </p:nvSpPr>
        <p:spPr>
          <a:xfrm>
            <a:off x="-1" y="6789080"/>
            <a:ext cx="12208032" cy="689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descr="A stylized logo featuring a red-clad ninja holding a mug, symbolizing the Workplace Ninjas Belgium for the year 2026.&#10;&#10;AI-generated content may be incorrect.">
            <a:extLst>
              <a:ext uri="{FF2B5EF4-FFF2-40B4-BE49-F238E27FC236}">
                <a16:creationId xmlns:a16="http://schemas.microsoft.com/office/drawing/2014/main" id="{A6016681-88F9-A72E-0769-5B5E7D5A3B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10098" y="164109"/>
            <a:ext cx="1046159" cy="1046159"/>
          </a:xfrm>
          <a:prstGeom prst="rect">
            <a:avLst/>
          </a:prstGeom>
        </p:spPr>
      </p:pic>
      <p:sp>
        <p:nvSpPr>
          <p:cNvPr id="25" name="Text Placeholder 3">
            <a:extLst>
              <a:ext uri="{FF2B5EF4-FFF2-40B4-BE49-F238E27FC236}">
                <a16:creationId xmlns:a16="http://schemas.microsoft.com/office/drawing/2014/main" id="{22672261-F15A-A734-AA12-E22B9CF22983}"/>
              </a:ext>
            </a:extLst>
          </p:cNvPr>
          <p:cNvSpPr>
            <a:spLocks noGrp="1"/>
          </p:cNvSpPr>
          <p:nvPr>
            <p:ph type="body" sz="quarter" idx="25" hasCustomPrompt="1"/>
          </p:nvPr>
        </p:nvSpPr>
        <p:spPr>
          <a:xfrm>
            <a:off x="2066926" y="130175"/>
            <a:ext cx="10125074" cy="563563"/>
          </a:xfrm>
        </p:spPr>
        <p:txBody>
          <a:bodyPr>
            <a:noAutofit/>
          </a:bodyPr>
          <a:lstStyle>
            <a:lvl1pPr marL="0" indent="0" algn="l">
              <a:buNone/>
              <a:defRPr lang="en-US" sz="3600" b="1" kern="1200" dirty="0">
                <a:solidFill>
                  <a:schemeClr val="tx1"/>
                </a:solidFill>
                <a:latin typeface="Roboto Condensed" panose="02000000000000000000" pitchFamily="2" charset="0"/>
                <a:ea typeface="Roboto Condensed" panose="02000000000000000000" pitchFamily="2" charset="0"/>
                <a:cs typeface="+mn-cs"/>
              </a:defRPr>
            </a:lvl1pPr>
          </a:lstStyle>
          <a:p>
            <a:pPr lvl="0"/>
            <a:r>
              <a:rPr lang="en-BE" dirty="0"/>
              <a:t>Agenda</a:t>
            </a:r>
            <a:endParaRPr lang="en-US" dirty="0"/>
          </a:p>
        </p:txBody>
      </p:sp>
      <p:sp>
        <p:nvSpPr>
          <p:cNvPr id="26" name="TextBox 25">
            <a:extLst>
              <a:ext uri="{FF2B5EF4-FFF2-40B4-BE49-F238E27FC236}">
                <a16:creationId xmlns:a16="http://schemas.microsoft.com/office/drawing/2014/main" id="{63C0B6D9-CA75-8EA5-CD7F-27AD93ADAC4B}"/>
              </a:ext>
            </a:extLst>
          </p:cNvPr>
          <p:cNvSpPr txBox="1"/>
          <p:nvPr userDrawn="1"/>
        </p:nvSpPr>
        <p:spPr>
          <a:xfrm>
            <a:off x="823250" y="1819718"/>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300" normalizeH="0" baseline="0" noProof="0" dirty="0">
                <a:ln>
                  <a:noFill/>
                </a:ln>
                <a:solidFill>
                  <a:prstClr val="black"/>
                </a:solidFill>
                <a:effectLst/>
                <a:uLnTx/>
                <a:uFillTx/>
                <a:latin typeface="Roboto Condensed Black" panose="02000000000000000000" pitchFamily="2" charset="0"/>
                <a:ea typeface="Roboto Condensed Black" panose="02000000000000000000" pitchFamily="2" charset="0"/>
                <a:cs typeface="Calibri" pitchFamily="34" charset="0"/>
              </a:rPr>
              <a:t>01</a:t>
            </a:r>
          </a:p>
        </p:txBody>
      </p:sp>
      <p:cxnSp>
        <p:nvCxnSpPr>
          <p:cNvPr id="27" name="Straight Connector 26">
            <a:extLst>
              <a:ext uri="{FF2B5EF4-FFF2-40B4-BE49-F238E27FC236}">
                <a16:creationId xmlns:a16="http://schemas.microsoft.com/office/drawing/2014/main" id="{94E9FCD4-0CE6-DD8B-40C9-457B335333C5}"/>
              </a:ext>
            </a:extLst>
          </p:cNvPr>
          <p:cNvCxnSpPr/>
          <p:nvPr userDrawn="1"/>
        </p:nvCxnSpPr>
        <p:spPr>
          <a:xfrm>
            <a:off x="2031934" y="1996615"/>
            <a:ext cx="0" cy="722056"/>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20D864F-8E2A-DC7A-62D7-7864B44088D4}"/>
              </a:ext>
            </a:extLst>
          </p:cNvPr>
          <p:cNvSpPr txBox="1"/>
          <p:nvPr userDrawn="1"/>
        </p:nvSpPr>
        <p:spPr>
          <a:xfrm>
            <a:off x="6445577" y="1819718"/>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300" normalizeH="0" baseline="0" noProof="0" dirty="0">
                <a:ln>
                  <a:noFill/>
                </a:ln>
                <a:solidFill>
                  <a:prstClr val="black"/>
                </a:solidFill>
                <a:effectLst/>
                <a:uLnTx/>
                <a:uFillTx/>
                <a:latin typeface="Roboto Condensed Black" panose="02000000000000000000" pitchFamily="2" charset="0"/>
                <a:ea typeface="Roboto Condensed Black" panose="02000000000000000000" pitchFamily="2" charset="0"/>
                <a:cs typeface="Calibri" pitchFamily="34" charset="0"/>
              </a:rPr>
              <a:t>04</a:t>
            </a:r>
          </a:p>
        </p:txBody>
      </p:sp>
      <p:cxnSp>
        <p:nvCxnSpPr>
          <p:cNvPr id="29" name="Straight Connector 28">
            <a:extLst>
              <a:ext uri="{FF2B5EF4-FFF2-40B4-BE49-F238E27FC236}">
                <a16:creationId xmlns:a16="http://schemas.microsoft.com/office/drawing/2014/main" id="{B4A73290-43AF-1858-A163-B05E51983690}"/>
              </a:ext>
            </a:extLst>
          </p:cNvPr>
          <p:cNvCxnSpPr/>
          <p:nvPr userDrawn="1"/>
        </p:nvCxnSpPr>
        <p:spPr>
          <a:xfrm>
            <a:off x="7654261" y="1996615"/>
            <a:ext cx="0" cy="722056"/>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853C1C4-D6A6-24EC-207F-2A1EE3B98769}"/>
              </a:ext>
            </a:extLst>
          </p:cNvPr>
          <p:cNvSpPr txBox="1"/>
          <p:nvPr userDrawn="1"/>
        </p:nvSpPr>
        <p:spPr>
          <a:xfrm>
            <a:off x="823250" y="3285466"/>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300" normalizeH="0" baseline="0" noProof="0" dirty="0">
                <a:ln>
                  <a:noFill/>
                </a:ln>
                <a:solidFill>
                  <a:prstClr val="black"/>
                </a:solidFill>
                <a:effectLst/>
                <a:uLnTx/>
                <a:uFillTx/>
                <a:latin typeface="Roboto Condensed Black" panose="02000000000000000000" pitchFamily="2" charset="0"/>
                <a:ea typeface="Roboto Condensed Black" panose="02000000000000000000" pitchFamily="2" charset="0"/>
                <a:cs typeface="Calibri" pitchFamily="34" charset="0"/>
              </a:rPr>
              <a:t>02</a:t>
            </a:r>
          </a:p>
        </p:txBody>
      </p:sp>
      <p:cxnSp>
        <p:nvCxnSpPr>
          <p:cNvPr id="31" name="Straight Connector 30">
            <a:extLst>
              <a:ext uri="{FF2B5EF4-FFF2-40B4-BE49-F238E27FC236}">
                <a16:creationId xmlns:a16="http://schemas.microsoft.com/office/drawing/2014/main" id="{621081AF-EBCF-7522-5465-425048CE89EB}"/>
              </a:ext>
            </a:extLst>
          </p:cNvPr>
          <p:cNvCxnSpPr/>
          <p:nvPr userDrawn="1"/>
        </p:nvCxnSpPr>
        <p:spPr>
          <a:xfrm>
            <a:off x="2031934" y="3462363"/>
            <a:ext cx="0" cy="722056"/>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4E558FA-B0CC-C551-A5D7-A2DAE8D3BCD6}"/>
              </a:ext>
            </a:extLst>
          </p:cNvPr>
          <p:cNvSpPr txBox="1"/>
          <p:nvPr userDrawn="1"/>
        </p:nvSpPr>
        <p:spPr>
          <a:xfrm>
            <a:off x="6445577" y="3285466"/>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300" normalizeH="0" baseline="0" noProof="0" dirty="0">
                <a:ln>
                  <a:noFill/>
                </a:ln>
                <a:solidFill>
                  <a:prstClr val="black"/>
                </a:solidFill>
                <a:effectLst/>
                <a:uLnTx/>
                <a:uFillTx/>
                <a:latin typeface="Roboto Condensed Black" panose="02000000000000000000" pitchFamily="2" charset="0"/>
                <a:ea typeface="Roboto Condensed Black" panose="02000000000000000000" pitchFamily="2" charset="0"/>
                <a:cs typeface="Calibri" pitchFamily="34" charset="0"/>
              </a:rPr>
              <a:t>05</a:t>
            </a:r>
          </a:p>
        </p:txBody>
      </p:sp>
      <p:cxnSp>
        <p:nvCxnSpPr>
          <p:cNvPr id="33" name="Straight Connector 32">
            <a:extLst>
              <a:ext uri="{FF2B5EF4-FFF2-40B4-BE49-F238E27FC236}">
                <a16:creationId xmlns:a16="http://schemas.microsoft.com/office/drawing/2014/main" id="{0B93B4DE-0BE6-701B-AF68-BD622A2A3B7A}"/>
              </a:ext>
            </a:extLst>
          </p:cNvPr>
          <p:cNvCxnSpPr/>
          <p:nvPr userDrawn="1"/>
        </p:nvCxnSpPr>
        <p:spPr>
          <a:xfrm>
            <a:off x="7654261" y="3462363"/>
            <a:ext cx="0" cy="722056"/>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26F380FB-4B8E-406F-2782-BF3C2BD142F2}"/>
              </a:ext>
            </a:extLst>
          </p:cNvPr>
          <p:cNvSpPr txBox="1"/>
          <p:nvPr userDrawn="1"/>
        </p:nvSpPr>
        <p:spPr>
          <a:xfrm>
            <a:off x="823250" y="4751213"/>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300" normalizeH="0" baseline="0" noProof="0" dirty="0">
                <a:ln>
                  <a:noFill/>
                </a:ln>
                <a:solidFill>
                  <a:prstClr val="black"/>
                </a:solidFill>
                <a:effectLst/>
                <a:uLnTx/>
                <a:uFillTx/>
                <a:latin typeface="Roboto Condensed Black" panose="02000000000000000000" pitchFamily="2" charset="0"/>
                <a:ea typeface="Roboto Condensed Black" panose="02000000000000000000" pitchFamily="2" charset="0"/>
                <a:cs typeface="Calibri" pitchFamily="34" charset="0"/>
              </a:rPr>
              <a:t>03</a:t>
            </a:r>
          </a:p>
        </p:txBody>
      </p:sp>
      <p:cxnSp>
        <p:nvCxnSpPr>
          <p:cNvPr id="35" name="Straight Connector 34">
            <a:extLst>
              <a:ext uri="{FF2B5EF4-FFF2-40B4-BE49-F238E27FC236}">
                <a16:creationId xmlns:a16="http://schemas.microsoft.com/office/drawing/2014/main" id="{6FF3E437-A345-F52C-8CE8-252ABF6595F0}"/>
              </a:ext>
            </a:extLst>
          </p:cNvPr>
          <p:cNvCxnSpPr/>
          <p:nvPr userDrawn="1"/>
        </p:nvCxnSpPr>
        <p:spPr>
          <a:xfrm>
            <a:off x="2031934" y="4928110"/>
            <a:ext cx="0" cy="722056"/>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830105FB-D065-5E8C-E5DB-DEA6E5F35057}"/>
              </a:ext>
            </a:extLst>
          </p:cNvPr>
          <p:cNvSpPr txBox="1"/>
          <p:nvPr userDrawn="1"/>
        </p:nvSpPr>
        <p:spPr>
          <a:xfrm>
            <a:off x="6445577" y="4751213"/>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300" normalizeH="0" baseline="0" noProof="0" dirty="0">
                <a:ln>
                  <a:noFill/>
                </a:ln>
                <a:solidFill>
                  <a:prstClr val="black"/>
                </a:solidFill>
                <a:effectLst/>
                <a:uLnTx/>
                <a:uFillTx/>
                <a:latin typeface="Roboto Condensed Black" panose="02000000000000000000" pitchFamily="2" charset="0"/>
                <a:ea typeface="Roboto Condensed Black" panose="02000000000000000000" pitchFamily="2" charset="0"/>
                <a:cs typeface="Calibri" pitchFamily="34" charset="0"/>
              </a:rPr>
              <a:t>06</a:t>
            </a:r>
          </a:p>
        </p:txBody>
      </p:sp>
      <p:cxnSp>
        <p:nvCxnSpPr>
          <p:cNvPr id="37" name="Straight Connector 36">
            <a:extLst>
              <a:ext uri="{FF2B5EF4-FFF2-40B4-BE49-F238E27FC236}">
                <a16:creationId xmlns:a16="http://schemas.microsoft.com/office/drawing/2014/main" id="{475985E3-F59B-FA66-2003-32CD023D818B}"/>
              </a:ext>
            </a:extLst>
          </p:cNvPr>
          <p:cNvCxnSpPr/>
          <p:nvPr userDrawn="1"/>
        </p:nvCxnSpPr>
        <p:spPr>
          <a:xfrm>
            <a:off x="7654261" y="4928110"/>
            <a:ext cx="0" cy="722056"/>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Content Placeholder 7">
            <a:extLst>
              <a:ext uri="{FF2B5EF4-FFF2-40B4-BE49-F238E27FC236}">
                <a16:creationId xmlns:a16="http://schemas.microsoft.com/office/drawing/2014/main" id="{67CC9AC3-A9C2-BD52-22AA-BBAF8CDBD600}"/>
              </a:ext>
            </a:extLst>
          </p:cNvPr>
          <p:cNvSpPr>
            <a:spLocks noGrp="1"/>
          </p:cNvSpPr>
          <p:nvPr>
            <p:ph sz="quarter" idx="15" hasCustomPrompt="1"/>
          </p:nvPr>
        </p:nvSpPr>
        <p:spPr>
          <a:xfrm>
            <a:off x="2379832" y="1972674"/>
            <a:ext cx="2975929" cy="384969"/>
          </a:xfrm>
        </p:spPr>
        <p:txBody>
          <a:bodyPr>
            <a:normAutofit/>
          </a:bodyPr>
          <a:lstStyle>
            <a:lvl1pPr marL="0" indent="0" algn="l">
              <a:buNone/>
              <a:defRPr sz="1800" b="1">
                <a:solidFill>
                  <a:schemeClr val="accent1"/>
                </a:solidFill>
                <a:latin typeface="Roboto Condensed Black" panose="02000000000000000000" pitchFamily="2" charset="0"/>
                <a:ea typeface="Roboto Condensed Black" panose="02000000000000000000" pitchFamily="2" charset="0"/>
              </a:defRPr>
            </a:lvl1pPr>
          </a:lstStyle>
          <a:p>
            <a:pPr lvl="0"/>
            <a:r>
              <a:rPr lang="en-US"/>
              <a:t>HEADING</a:t>
            </a:r>
          </a:p>
        </p:txBody>
      </p:sp>
      <p:sp>
        <p:nvSpPr>
          <p:cNvPr id="39" name="Content Placeholder 7">
            <a:extLst>
              <a:ext uri="{FF2B5EF4-FFF2-40B4-BE49-F238E27FC236}">
                <a16:creationId xmlns:a16="http://schemas.microsoft.com/office/drawing/2014/main" id="{480AB7FD-8D6C-B0F8-4D14-0211FCA3F1F6}"/>
              </a:ext>
            </a:extLst>
          </p:cNvPr>
          <p:cNvSpPr>
            <a:spLocks noGrp="1"/>
          </p:cNvSpPr>
          <p:nvPr>
            <p:ph sz="quarter" idx="26" hasCustomPrompt="1"/>
          </p:nvPr>
        </p:nvSpPr>
        <p:spPr>
          <a:xfrm>
            <a:off x="2382859" y="2357902"/>
            <a:ext cx="2975929" cy="384969"/>
          </a:xfrm>
        </p:spPr>
        <p:txBody>
          <a:bodyPr>
            <a:normAutofit/>
          </a:bodyPr>
          <a:lstStyle>
            <a:lvl1pPr marL="0" indent="0" algn="l">
              <a:buNone/>
              <a:defRPr sz="1400" b="0" baseline="0">
                <a:solidFill>
                  <a:schemeClr val="accent2"/>
                </a:solidFill>
                <a:latin typeface="Roboto Condensed Black" panose="02000000000000000000" pitchFamily="2" charset="0"/>
                <a:ea typeface="Roboto Condensed Black" panose="02000000000000000000" pitchFamily="2" charset="0"/>
              </a:defRPr>
            </a:lvl1pPr>
          </a:lstStyle>
          <a:p>
            <a:pPr lvl="0"/>
            <a:r>
              <a:rPr lang="en-US" dirty="0"/>
              <a:t>Edit this text</a:t>
            </a:r>
          </a:p>
        </p:txBody>
      </p:sp>
      <p:sp>
        <p:nvSpPr>
          <p:cNvPr id="40" name="Content Placeholder 7">
            <a:extLst>
              <a:ext uri="{FF2B5EF4-FFF2-40B4-BE49-F238E27FC236}">
                <a16:creationId xmlns:a16="http://schemas.microsoft.com/office/drawing/2014/main" id="{7D49927C-8665-F3D0-DD3B-9F03799DA61D}"/>
              </a:ext>
            </a:extLst>
          </p:cNvPr>
          <p:cNvSpPr>
            <a:spLocks noGrp="1"/>
          </p:cNvSpPr>
          <p:nvPr>
            <p:ph sz="quarter" idx="27" hasCustomPrompt="1"/>
          </p:nvPr>
        </p:nvSpPr>
        <p:spPr>
          <a:xfrm>
            <a:off x="2401606" y="3432013"/>
            <a:ext cx="2975929" cy="384969"/>
          </a:xfrm>
        </p:spPr>
        <p:txBody>
          <a:bodyPr>
            <a:normAutofit/>
          </a:bodyPr>
          <a:lstStyle>
            <a:lvl1pPr marL="0" indent="0" algn="l">
              <a:buNone/>
              <a:defRPr sz="1800" b="1">
                <a:solidFill>
                  <a:schemeClr val="accent1"/>
                </a:solidFill>
                <a:latin typeface="Roboto Condensed Black" panose="02000000000000000000" pitchFamily="2" charset="0"/>
                <a:ea typeface="Roboto Condensed Black" panose="02000000000000000000" pitchFamily="2" charset="0"/>
              </a:defRPr>
            </a:lvl1pPr>
          </a:lstStyle>
          <a:p>
            <a:pPr lvl="0"/>
            <a:r>
              <a:rPr lang="en-US"/>
              <a:t>HEADING</a:t>
            </a:r>
          </a:p>
        </p:txBody>
      </p:sp>
      <p:sp>
        <p:nvSpPr>
          <p:cNvPr id="41" name="Content Placeholder 7">
            <a:extLst>
              <a:ext uri="{FF2B5EF4-FFF2-40B4-BE49-F238E27FC236}">
                <a16:creationId xmlns:a16="http://schemas.microsoft.com/office/drawing/2014/main" id="{375498DD-AA59-CE1C-DCC2-855DF2CFABAB}"/>
              </a:ext>
            </a:extLst>
          </p:cNvPr>
          <p:cNvSpPr>
            <a:spLocks noGrp="1"/>
          </p:cNvSpPr>
          <p:nvPr>
            <p:ph sz="quarter" idx="28" hasCustomPrompt="1"/>
          </p:nvPr>
        </p:nvSpPr>
        <p:spPr>
          <a:xfrm>
            <a:off x="2396166" y="3834175"/>
            <a:ext cx="2975929" cy="384969"/>
          </a:xfrm>
        </p:spPr>
        <p:txBody>
          <a:bodyPr>
            <a:normAutofit/>
          </a:bodyPr>
          <a:lstStyle>
            <a:lvl1pPr marL="0" indent="0" algn="l">
              <a:buNone/>
              <a:defRPr sz="1400" b="0" baseline="0">
                <a:solidFill>
                  <a:schemeClr val="accent2"/>
                </a:solidFill>
                <a:latin typeface="Roboto Condensed Black" panose="02000000000000000000" pitchFamily="2" charset="0"/>
                <a:ea typeface="Roboto Condensed Black" panose="02000000000000000000" pitchFamily="2" charset="0"/>
              </a:defRPr>
            </a:lvl1pPr>
          </a:lstStyle>
          <a:p>
            <a:pPr lvl="0"/>
            <a:r>
              <a:rPr lang="en-US"/>
              <a:t>Edit this text</a:t>
            </a:r>
          </a:p>
        </p:txBody>
      </p:sp>
      <p:sp>
        <p:nvSpPr>
          <p:cNvPr id="42" name="Content Placeholder 7">
            <a:extLst>
              <a:ext uri="{FF2B5EF4-FFF2-40B4-BE49-F238E27FC236}">
                <a16:creationId xmlns:a16="http://schemas.microsoft.com/office/drawing/2014/main" id="{EEC5C195-1B33-EB54-CD4A-84B3AFED25BD}"/>
              </a:ext>
            </a:extLst>
          </p:cNvPr>
          <p:cNvSpPr>
            <a:spLocks noGrp="1"/>
          </p:cNvSpPr>
          <p:nvPr>
            <p:ph sz="quarter" idx="29" hasCustomPrompt="1"/>
          </p:nvPr>
        </p:nvSpPr>
        <p:spPr>
          <a:xfrm>
            <a:off x="2394352" y="4876159"/>
            <a:ext cx="2975929" cy="384969"/>
          </a:xfrm>
        </p:spPr>
        <p:txBody>
          <a:bodyPr>
            <a:normAutofit/>
          </a:bodyPr>
          <a:lstStyle>
            <a:lvl1pPr marL="0" indent="0" algn="l">
              <a:buNone/>
              <a:defRPr sz="1800" b="1">
                <a:solidFill>
                  <a:schemeClr val="accent1"/>
                </a:solidFill>
                <a:latin typeface="Roboto Condensed Black" panose="02000000000000000000" pitchFamily="2" charset="0"/>
                <a:ea typeface="Roboto Condensed Black" panose="02000000000000000000" pitchFamily="2" charset="0"/>
              </a:defRPr>
            </a:lvl1pPr>
          </a:lstStyle>
          <a:p>
            <a:pPr lvl="0"/>
            <a:r>
              <a:rPr lang="en-US"/>
              <a:t>HEADING</a:t>
            </a:r>
          </a:p>
        </p:txBody>
      </p:sp>
      <p:sp>
        <p:nvSpPr>
          <p:cNvPr id="43" name="Content Placeholder 7">
            <a:extLst>
              <a:ext uri="{FF2B5EF4-FFF2-40B4-BE49-F238E27FC236}">
                <a16:creationId xmlns:a16="http://schemas.microsoft.com/office/drawing/2014/main" id="{8F254778-B1F6-93A4-A266-973A9D3D51A7}"/>
              </a:ext>
            </a:extLst>
          </p:cNvPr>
          <p:cNvSpPr>
            <a:spLocks noGrp="1"/>
          </p:cNvSpPr>
          <p:nvPr>
            <p:ph sz="quarter" idx="30" hasCustomPrompt="1"/>
          </p:nvPr>
        </p:nvSpPr>
        <p:spPr>
          <a:xfrm>
            <a:off x="2397379" y="5269854"/>
            <a:ext cx="2975929" cy="384969"/>
          </a:xfrm>
        </p:spPr>
        <p:txBody>
          <a:bodyPr>
            <a:normAutofit/>
          </a:bodyPr>
          <a:lstStyle>
            <a:lvl1pPr marL="0" indent="0" algn="l">
              <a:buNone/>
              <a:defRPr sz="1400" b="0" baseline="0">
                <a:solidFill>
                  <a:schemeClr val="accent2"/>
                </a:solidFill>
                <a:latin typeface="Roboto Condensed Black" panose="02000000000000000000" pitchFamily="2" charset="0"/>
                <a:ea typeface="Roboto Condensed Black" panose="02000000000000000000" pitchFamily="2" charset="0"/>
              </a:defRPr>
            </a:lvl1pPr>
          </a:lstStyle>
          <a:p>
            <a:pPr lvl="0"/>
            <a:r>
              <a:rPr lang="en-US"/>
              <a:t>Edit this text</a:t>
            </a:r>
          </a:p>
        </p:txBody>
      </p:sp>
      <p:sp>
        <p:nvSpPr>
          <p:cNvPr id="44" name="Content Placeholder 7">
            <a:extLst>
              <a:ext uri="{FF2B5EF4-FFF2-40B4-BE49-F238E27FC236}">
                <a16:creationId xmlns:a16="http://schemas.microsoft.com/office/drawing/2014/main" id="{CC40859D-8FA5-C1D5-4343-A6BB40064C23}"/>
              </a:ext>
            </a:extLst>
          </p:cNvPr>
          <p:cNvSpPr>
            <a:spLocks noGrp="1"/>
          </p:cNvSpPr>
          <p:nvPr>
            <p:ph sz="quarter" idx="31" hasCustomPrompt="1"/>
          </p:nvPr>
        </p:nvSpPr>
        <p:spPr>
          <a:xfrm>
            <a:off x="7989605" y="1979934"/>
            <a:ext cx="2975929" cy="384969"/>
          </a:xfrm>
        </p:spPr>
        <p:txBody>
          <a:bodyPr>
            <a:normAutofit/>
          </a:bodyPr>
          <a:lstStyle>
            <a:lvl1pPr marL="0" indent="0" algn="l">
              <a:buNone/>
              <a:defRPr sz="1800" b="1">
                <a:solidFill>
                  <a:schemeClr val="accent1"/>
                </a:solidFill>
                <a:latin typeface="Roboto Condensed Black" panose="02000000000000000000" pitchFamily="2" charset="0"/>
                <a:ea typeface="Roboto Condensed Black" panose="02000000000000000000" pitchFamily="2" charset="0"/>
              </a:defRPr>
            </a:lvl1pPr>
          </a:lstStyle>
          <a:p>
            <a:pPr lvl="0"/>
            <a:r>
              <a:rPr lang="en-US"/>
              <a:t>HEADING</a:t>
            </a:r>
          </a:p>
        </p:txBody>
      </p:sp>
      <p:sp>
        <p:nvSpPr>
          <p:cNvPr id="45" name="Content Placeholder 7">
            <a:extLst>
              <a:ext uri="{FF2B5EF4-FFF2-40B4-BE49-F238E27FC236}">
                <a16:creationId xmlns:a16="http://schemas.microsoft.com/office/drawing/2014/main" id="{10098C0A-070C-4AE0-130E-9F88D04CEB5E}"/>
              </a:ext>
            </a:extLst>
          </p:cNvPr>
          <p:cNvSpPr>
            <a:spLocks noGrp="1"/>
          </p:cNvSpPr>
          <p:nvPr>
            <p:ph sz="quarter" idx="32" hasCustomPrompt="1"/>
          </p:nvPr>
        </p:nvSpPr>
        <p:spPr>
          <a:xfrm>
            <a:off x="7984165" y="2376945"/>
            <a:ext cx="2975929" cy="384969"/>
          </a:xfrm>
        </p:spPr>
        <p:txBody>
          <a:bodyPr>
            <a:normAutofit/>
          </a:bodyPr>
          <a:lstStyle>
            <a:lvl1pPr marL="0" indent="0" algn="l">
              <a:buNone/>
              <a:defRPr sz="1400" b="0" baseline="0">
                <a:solidFill>
                  <a:schemeClr val="accent2"/>
                </a:solidFill>
                <a:latin typeface="Roboto Condensed Black" panose="02000000000000000000" pitchFamily="2" charset="0"/>
                <a:ea typeface="Roboto Condensed Black" panose="02000000000000000000" pitchFamily="2" charset="0"/>
              </a:defRPr>
            </a:lvl1pPr>
          </a:lstStyle>
          <a:p>
            <a:pPr lvl="0"/>
            <a:r>
              <a:rPr lang="en-US"/>
              <a:t>Edit this text</a:t>
            </a:r>
          </a:p>
        </p:txBody>
      </p:sp>
      <p:sp>
        <p:nvSpPr>
          <p:cNvPr id="46" name="Content Placeholder 7">
            <a:extLst>
              <a:ext uri="{FF2B5EF4-FFF2-40B4-BE49-F238E27FC236}">
                <a16:creationId xmlns:a16="http://schemas.microsoft.com/office/drawing/2014/main" id="{EC726135-7D74-03A6-D413-75D6843AB60F}"/>
              </a:ext>
            </a:extLst>
          </p:cNvPr>
          <p:cNvSpPr>
            <a:spLocks noGrp="1"/>
          </p:cNvSpPr>
          <p:nvPr>
            <p:ph sz="quarter" idx="33" hasCustomPrompt="1"/>
          </p:nvPr>
        </p:nvSpPr>
        <p:spPr>
          <a:xfrm>
            <a:off x="8011379" y="3439273"/>
            <a:ext cx="2975929" cy="384969"/>
          </a:xfrm>
        </p:spPr>
        <p:txBody>
          <a:bodyPr>
            <a:normAutofit/>
          </a:bodyPr>
          <a:lstStyle>
            <a:lvl1pPr marL="0" indent="0" algn="l">
              <a:buNone/>
              <a:defRPr sz="1800" b="1">
                <a:solidFill>
                  <a:schemeClr val="accent1"/>
                </a:solidFill>
                <a:latin typeface="Roboto Condensed Black" panose="02000000000000000000" pitchFamily="2" charset="0"/>
                <a:ea typeface="Roboto Condensed Black" panose="02000000000000000000" pitchFamily="2" charset="0"/>
              </a:defRPr>
            </a:lvl1pPr>
          </a:lstStyle>
          <a:p>
            <a:pPr lvl="0"/>
            <a:r>
              <a:rPr lang="en-US"/>
              <a:t>HEADING</a:t>
            </a:r>
          </a:p>
        </p:txBody>
      </p:sp>
      <p:sp>
        <p:nvSpPr>
          <p:cNvPr id="47" name="Content Placeholder 7">
            <a:extLst>
              <a:ext uri="{FF2B5EF4-FFF2-40B4-BE49-F238E27FC236}">
                <a16:creationId xmlns:a16="http://schemas.microsoft.com/office/drawing/2014/main" id="{AFC93447-A29C-72D2-9D87-7EC31405A99D}"/>
              </a:ext>
            </a:extLst>
          </p:cNvPr>
          <p:cNvSpPr>
            <a:spLocks noGrp="1"/>
          </p:cNvSpPr>
          <p:nvPr>
            <p:ph sz="quarter" idx="34" hasCustomPrompt="1"/>
          </p:nvPr>
        </p:nvSpPr>
        <p:spPr>
          <a:xfrm>
            <a:off x="8005939" y="3829185"/>
            <a:ext cx="2975929" cy="384969"/>
          </a:xfrm>
        </p:spPr>
        <p:txBody>
          <a:bodyPr>
            <a:normAutofit/>
          </a:bodyPr>
          <a:lstStyle>
            <a:lvl1pPr marL="0" indent="0" algn="l">
              <a:buNone/>
              <a:defRPr sz="1400" b="0" baseline="0">
                <a:solidFill>
                  <a:schemeClr val="accent2"/>
                </a:solidFill>
                <a:latin typeface="Roboto Condensed Black" panose="02000000000000000000" pitchFamily="2" charset="0"/>
                <a:ea typeface="Roboto Condensed Black" panose="02000000000000000000" pitchFamily="2" charset="0"/>
              </a:defRPr>
            </a:lvl1pPr>
          </a:lstStyle>
          <a:p>
            <a:pPr lvl="0"/>
            <a:r>
              <a:rPr lang="en-US"/>
              <a:t>Edit this text</a:t>
            </a:r>
          </a:p>
        </p:txBody>
      </p:sp>
      <p:sp>
        <p:nvSpPr>
          <p:cNvPr id="48" name="Content Placeholder 7">
            <a:extLst>
              <a:ext uri="{FF2B5EF4-FFF2-40B4-BE49-F238E27FC236}">
                <a16:creationId xmlns:a16="http://schemas.microsoft.com/office/drawing/2014/main" id="{89F71E37-7AD0-A453-9D4B-F29BD0152AEA}"/>
              </a:ext>
            </a:extLst>
          </p:cNvPr>
          <p:cNvSpPr>
            <a:spLocks noGrp="1"/>
          </p:cNvSpPr>
          <p:nvPr>
            <p:ph sz="quarter" idx="35" hasCustomPrompt="1"/>
          </p:nvPr>
        </p:nvSpPr>
        <p:spPr>
          <a:xfrm>
            <a:off x="8004125" y="4883419"/>
            <a:ext cx="2975929" cy="384969"/>
          </a:xfrm>
        </p:spPr>
        <p:txBody>
          <a:bodyPr>
            <a:normAutofit/>
          </a:bodyPr>
          <a:lstStyle>
            <a:lvl1pPr marL="0" indent="0" algn="l">
              <a:buNone/>
              <a:defRPr sz="1800" b="1">
                <a:solidFill>
                  <a:schemeClr val="accent1"/>
                </a:solidFill>
                <a:latin typeface="Roboto Condensed Black" panose="02000000000000000000" pitchFamily="2" charset="0"/>
                <a:ea typeface="Roboto Condensed Black" panose="02000000000000000000" pitchFamily="2" charset="0"/>
              </a:defRPr>
            </a:lvl1pPr>
          </a:lstStyle>
          <a:p>
            <a:pPr lvl="0"/>
            <a:r>
              <a:rPr lang="en-US"/>
              <a:t>HEADING</a:t>
            </a:r>
          </a:p>
        </p:txBody>
      </p:sp>
      <p:sp>
        <p:nvSpPr>
          <p:cNvPr id="49" name="Content Placeholder 7">
            <a:extLst>
              <a:ext uri="{FF2B5EF4-FFF2-40B4-BE49-F238E27FC236}">
                <a16:creationId xmlns:a16="http://schemas.microsoft.com/office/drawing/2014/main" id="{B9C4654F-88F6-D571-2CB1-0C8F0CF27E6F}"/>
              </a:ext>
            </a:extLst>
          </p:cNvPr>
          <p:cNvSpPr>
            <a:spLocks noGrp="1"/>
          </p:cNvSpPr>
          <p:nvPr>
            <p:ph sz="quarter" idx="36" hasCustomPrompt="1"/>
          </p:nvPr>
        </p:nvSpPr>
        <p:spPr>
          <a:xfrm>
            <a:off x="8008413" y="5283059"/>
            <a:ext cx="2975929" cy="384969"/>
          </a:xfrm>
        </p:spPr>
        <p:txBody>
          <a:bodyPr>
            <a:normAutofit/>
          </a:bodyPr>
          <a:lstStyle>
            <a:lvl1pPr marL="0" indent="0" algn="l">
              <a:buNone/>
              <a:defRPr sz="1400" b="0" baseline="0">
                <a:solidFill>
                  <a:schemeClr val="accent2"/>
                </a:solidFill>
                <a:latin typeface="Roboto Condensed Black" panose="02000000000000000000" pitchFamily="2" charset="0"/>
                <a:ea typeface="Roboto Condensed Black" panose="02000000000000000000" pitchFamily="2" charset="0"/>
              </a:defRPr>
            </a:lvl1pPr>
          </a:lstStyle>
          <a:p>
            <a:pPr lvl="0"/>
            <a:r>
              <a:rPr lang="en-US"/>
              <a:t>Edit this text</a:t>
            </a:r>
          </a:p>
        </p:txBody>
      </p:sp>
    </p:spTree>
    <p:extLst>
      <p:ext uri="{BB962C8B-B14F-4D97-AF65-F5344CB8AC3E}">
        <p14:creationId xmlns:p14="http://schemas.microsoft.com/office/powerpoint/2010/main" val="247167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mpy Slide">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D324B28C-503B-BB83-045D-24D47D671A1D}"/>
              </a:ext>
            </a:extLst>
          </p:cNvPr>
          <p:cNvGraphicFramePr>
            <a:graphicFrameLocks noChangeAspect="1"/>
          </p:cNvGraphicFramePr>
          <p:nvPr userDrawn="1">
            <p:extLst>
              <p:ext uri="{D42A27DB-BD31-4B8C-83A1-F6EECF244321}">
                <p14:modId xmlns:p14="http://schemas.microsoft.com/office/powerpoint/2010/main" val="2452627672"/>
              </p:ext>
            </p:extLst>
          </p:nvPr>
        </p:nvGraphicFramePr>
        <p:xfrm>
          <a:off x="2066926" y="703880"/>
          <a:ext cx="10125074" cy="68919"/>
        </p:xfrm>
        <a:graphic>
          <a:graphicData uri="http://schemas.openxmlformats.org/presentationml/2006/ole">
            <mc:AlternateContent xmlns:mc="http://schemas.openxmlformats.org/markup-compatibility/2006">
              <mc:Choice xmlns:v="urn:schemas-microsoft-com:vml" Requires="v">
                <p:oleObj r:id="rId2" imgW="9997316" imgH="144552" progId="">
                  <p:embed/>
                </p:oleObj>
              </mc:Choice>
              <mc:Fallback>
                <p:oleObj r:id="rId2" imgW="9997316" imgH="144552" progId="">
                  <p:embed/>
                  <p:pic>
                    <p:nvPicPr>
                      <p:cNvPr id="3" name="Object 2">
                        <a:extLst>
                          <a:ext uri="{FF2B5EF4-FFF2-40B4-BE49-F238E27FC236}">
                            <a16:creationId xmlns:a16="http://schemas.microsoft.com/office/drawing/2014/main" id="{D324B28C-503B-BB83-045D-24D47D671A1D}"/>
                          </a:ext>
                        </a:extLst>
                      </p:cNvPr>
                      <p:cNvPicPr/>
                      <p:nvPr/>
                    </p:nvPicPr>
                    <p:blipFill>
                      <a:blip r:embed="rId3"/>
                      <a:stretch>
                        <a:fillRect/>
                      </a:stretch>
                    </p:blipFill>
                    <p:spPr>
                      <a:xfrm>
                        <a:off x="2066926" y="703880"/>
                        <a:ext cx="10125074" cy="68919"/>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DCC05910-915A-B3C7-03D0-B3F0B2C04750}"/>
              </a:ext>
            </a:extLst>
          </p:cNvPr>
          <p:cNvSpPr/>
          <p:nvPr userDrawn="1"/>
        </p:nvSpPr>
        <p:spPr>
          <a:xfrm>
            <a:off x="-1" y="6789080"/>
            <a:ext cx="12208032" cy="689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descr="A stylized logo featuring a red-clad ninja holding a mug, symbolizing the Workplace Ninjas Belgium for the year 2026.&#10;&#10;AI-generated content may be incorrect.">
            <a:extLst>
              <a:ext uri="{FF2B5EF4-FFF2-40B4-BE49-F238E27FC236}">
                <a16:creationId xmlns:a16="http://schemas.microsoft.com/office/drawing/2014/main" id="{A6016681-88F9-A72E-0769-5B5E7D5A3B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10098" y="164109"/>
            <a:ext cx="1046159" cy="1046159"/>
          </a:xfrm>
          <a:prstGeom prst="rect">
            <a:avLst/>
          </a:prstGeom>
        </p:spPr>
      </p:pic>
      <p:sp>
        <p:nvSpPr>
          <p:cNvPr id="25" name="Text Placeholder 3">
            <a:extLst>
              <a:ext uri="{FF2B5EF4-FFF2-40B4-BE49-F238E27FC236}">
                <a16:creationId xmlns:a16="http://schemas.microsoft.com/office/drawing/2014/main" id="{22672261-F15A-A734-AA12-E22B9CF22983}"/>
              </a:ext>
            </a:extLst>
          </p:cNvPr>
          <p:cNvSpPr>
            <a:spLocks noGrp="1"/>
          </p:cNvSpPr>
          <p:nvPr>
            <p:ph type="body" sz="quarter" idx="25" hasCustomPrompt="1"/>
          </p:nvPr>
        </p:nvSpPr>
        <p:spPr>
          <a:xfrm>
            <a:off x="2066926" y="130175"/>
            <a:ext cx="10125074" cy="563563"/>
          </a:xfrm>
        </p:spPr>
        <p:txBody>
          <a:bodyPr>
            <a:noAutofit/>
          </a:bodyPr>
          <a:lstStyle>
            <a:lvl1pPr marL="0" indent="0" algn="l">
              <a:buNone/>
              <a:defRPr lang="en-US" sz="3600" b="1" kern="1200" dirty="0">
                <a:solidFill>
                  <a:schemeClr val="tx1"/>
                </a:solidFill>
                <a:latin typeface="Roboto Condensed" panose="02000000000000000000" pitchFamily="2" charset="0"/>
                <a:ea typeface="Roboto Condensed" panose="02000000000000000000" pitchFamily="2" charset="0"/>
                <a:cs typeface="+mn-cs"/>
              </a:defRPr>
            </a:lvl1pPr>
          </a:lstStyle>
          <a:p>
            <a:pPr lvl="0"/>
            <a:r>
              <a:rPr lang="en-BE" dirty="0"/>
              <a:t>Title</a:t>
            </a:r>
            <a:endParaRPr lang="en-US" dirty="0"/>
          </a:p>
        </p:txBody>
      </p:sp>
    </p:spTree>
    <p:extLst>
      <p:ext uri="{BB962C8B-B14F-4D97-AF65-F5344CB8AC3E}">
        <p14:creationId xmlns:p14="http://schemas.microsoft.com/office/powerpoint/2010/main" val="30813346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D324B28C-503B-BB83-045D-24D47D671A1D}"/>
              </a:ext>
            </a:extLst>
          </p:cNvPr>
          <p:cNvGraphicFramePr>
            <a:graphicFrameLocks noChangeAspect="1"/>
          </p:cNvGraphicFramePr>
          <p:nvPr userDrawn="1">
            <p:extLst>
              <p:ext uri="{D42A27DB-BD31-4B8C-83A1-F6EECF244321}">
                <p14:modId xmlns:p14="http://schemas.microsoft.com/office/powerpoint/2010/main" val="14238184"/>
              </p:ext>
            </p:extLst>
          </p:nvPr>
        </p:nvGraphicFramePr>
        <p:xfrm>
          <a:off x="-2" y="6789081"/>
          <a:ext cx="12192001" cy="68920"/>
        </p:xfrm>
        <a:graphic>
          <a:graphicData uri="http://schemas.openxmlformats.org/presentationml/2006/ole">
            <mc:AlternateContent xmlns:mc="http://schemas.openxmlformats.org/markup-compatibility/2006">
              <mc:Choice xmlns:v="urn:schemas-microsoft-com:vml" Requires="v">
                <p:oleObj r:id="rId2" imgW="9997316" imgH="144552" progId="">
                  <p:embed/>
                </p:oleObj>
              </mc:Choice>
              <mc:Fallback>
                <p:oleObj r:id="rId2" imgW="9997316" imgH="144552" progId="">
                  <p:embed/>
                  <p:pic>
                    <p:nvPicPr>
                      <p:cNvPr id="3" name="Object 2">
                        <a:extLst>
                          <a:ext uri="{FF2B5EF4-FFF2-40B4-BE49-F238E27FC236}">
                            <a16:creationId xmlns:a16="http://schemas.microsoft.com/office/drawing/2014/main" id="{D324B28C-503B-BB83-045D-24D47D671A1D}"/>
                          </a:ext>
                        </a:extLst>
                      </p:cNvPr>
                      <p:cNvPicPr/>
                      <p:nvPr/>
                    </p:nvPicPr>
                    <p:blipFill>
                      <a:blip r:embed="rId3"/>
                      <a:stretch>
                        <a:fillRect/>
                      </a:stretch>
                    </p:blipFill>
                    <p:spPr>
                      <a:xfrm>
                        <a:off x="-2" y="6789081"/>
                        <a:ext cx="12192001" cy="68920"/>
                      </a:xfrm>
                      <a:prstGeom prst="rect">
                        <a:avLst/>
                      </a:prstGeom>
                    </p:spPr>
                  </p:pic>
                </p:oleObj>
              </mc:Fallback>
            </mc:AlternateContent>
          </a:graphicData>
        </a:graphic>
      </p:graphicFrame>
      <p:pic>
        <p:nvPicPr>
          <p:cNvPr id="4" name="Picture 3" descr="A stylized logo featuring a red-clad ninja holding a mug, symbolizing the Workplace Ninjas Belgium for the year 2026.&#10;&#10;AI-generated content may be incorrect.">
            <a:extLst>
              <a:ext uri="{FF2B5EF4-FFF2-40B4-BE49-F238E27FC236}">
                <a16:creationId xmlns:a16="http://schemas.microsoft.com/office/drawing/2014/main" id="{A6016681-88F9-A72E-0769-5B5E7D5A3B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10098" y="164109"/>
            <a:ext cx="1046159" cy="1046159"/>
          </a:xfrm>
          <a:prstGeom prst="rect">
            <a:avLst/>
          </a:prstGeom>
        </p:spPr>
      </p:pic>
      <p:sp>
        <p:nvSpPr>
          <p:cNvPr id="2" name="Title 1">
            <a:extLst>
              <a:ext uri="{FF2B5EF4-FFF2-40B4-BE49-F238E27FC236}">
                <a16:creationId xmlns:a16="http://schemas.microsoft.com/office/drawing/2014/main" id="{72681D19-BF1F-5693-01E2-6B7697D80BED}"/>
              </a:ext>
            </a:extLst>
          </p:cNvPr>
          <p:cNvSpPr>
            <a:spLocks noGrp="1"/>
          </p:cNvSpPr>
          <p:nvPr>
            <p:ph type="title"/>
          </p:nvPr>
        </p:nvSpPr>
        <p:spPr>
          <a:xfrm>
            <a:off x="3335845" y="2807561"/>
            <a:ext cx="8409144" cy="820355"/>
          </a:xfrm>
        </p:spPr>
        <p:txBody>
          <a:bodyPr/>
          <a:lstStyle>
            <a:lvl1pPr>
              <a:defRPr>
                <a:solidFill>
                  <a:srgbClr val="FF0000"/>
                </a:solidFill>
                <a:latin typeface="Roboto Condensed Black" panose="02000000000000000000" pitchFamily="2" charset="0"/>
                <a:ea typeface="Roboto Condensed Black" panose="02000000000000000000" pitchFamily="2" charset="0"/>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6A0CC04-BB58-9CD3-98F3-82005CF8B580}"/>
              </a:ext>
            </a:extLst>
          </p:cNvPr>
          <p:cNvSpPr>
            <a:spLocks noGrp="1"/>
          </p:cNvSpPr>
          <p:nvPr>
            <p:ph type="body" sz="quarter" idx="11"/>
          </p:nvPr>
        </p:nvSpPr>
        <p:spPr>
          <a:xfrm>
            <a:off x="3335338" y="3709333"/>
            <a:ext cx="8408987" cy="820737"/>
          </a:xfrm>
        </p:spPr>
        <p:txBody>
          <a:bodyPr/>
          <a:lstStyle>
            <a:lvl1pPr marL="0" indent="0">
              <a:buNone/>
              <a:defRPr>
                <a:solidFill>
                  <a:sysClr val="windowText" lastClr="000000"/>
                </a:solidFill>
                <a:latin typeface="Roboto Condensed Medium" panose="02000000000000000000" pitchFamily="2" charset="0"/>
                <a:ea typeface="Roboto Condensed Medium" panose="02000000000000000000" pitchFamily="2" charset="0"/>
              </a:defRPr>
            </a:lvl1pPr>
          </a:lstStyle>
          <a:p>
            <a:pPr lvl="0"/>
            <a:r>
              <a:rPr lang="en-US"/>
              <a:t>Click to edit Master text styles</a:t>
            </a:r>
          </a:p>
        </p:txBody>
      </p:sp>
      <p:pic>
        <p:nvPicPr>
          <p:cNvPr id="7" name="Picture 6" descr="A picture containing stool, table&#10;&#10;Description automatically generated">
            <a:extLst>
              <a:ext uri="{FF2B5EF4-FFF2-40B4-BE49-F238E27FC236}">
                <a16:creationId xmlns:a16="http://schemas.microsoft.com/office/drawing/2014/main" id="{01AC1F88-57DB-3B00-D2DB-1C7F3847228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69887" y="2807561"/>
            <a:ext cx="4681927" cy="4681927"/>
          </a:xfrm>
          <a:prstGeom prst="rect">
            <a:avLst/>
          </a:prstGeom>
        </p:spPr>
      </p:pic>
    </p:spTree>
    <p:extLst>
      <p:ext uri="{BB962C8B-B14F-4D97-AF65-F5344CB8AC3E}">
        <p14:creationId xmlns:p14="http://schemas.microsoft.com/office/powerpoint/2010/main" val="18567951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D324B28C-503B-BB83-045D-24D47D671A1D}"/>
              </a:ext>
            </a:extLst>
          </p:cNvPr>
          <p:cNvGraphicFramePr>
            <a:graphicFrameLocks noChangeAspect="1"/>
          </p:cNvGraphicFramePr>
          <p:nvPr userDrawn="1">
            <p:extLst>
              <p:ext uri="{D42A27DB-BD31-4B8C-83A1-F6EECF244321}">
                <p14:modId xmlns:p14="http://schemas.microsoft.com/office/powerpoint/2010/main" val="2452627672"/>
              </p:ext>
            </p:extLst>
          </p:nvPr>
        </p:nvGraphicFramePr>
        <p:xfrm>
          <a:off x="2066926" y="703880"/>
          <a:ext cx="10125074" cy="68919"/>
        </p:xfrm>
        <a:graphic>
          <a:graphicData uri="http://schemas.openxmlformats.org/presentationml/2006/ole">
            <mc:AlternateContent xmlns:mc="http://schemas.openxmlformats.org/markup-compatibility/2006">
              <mc:Choice xmlns:v="urn:schemas-microsoft-com:vml" Requires="v">
                <p:oleObj r:id="rId2" imgW="9997316" imgH="144552" progId="">
                  <p:embed/>
                </p:oleObj>
              </mc:Choice>
              <mc:Fallback>
                <p:oleObj r:id="rId2" imgW="9997316" imgH="144552" progId="">
                  <p:embed/>
                  <p:pic>
                    <p:nvPicPr>
                      <p:cNvPr id="3" name="Object 2">
                        <a:extLst>
                          <a:ext uri="{FF2B5EF4-FFF2-40B4-BE49-F238E27FC236}">
                            <a16:creationId xmlns:a16="http://schemas.microsoft.com/office/drawing/2014/main" id="{D324B28C-503B-BB83-045D-24D47D671A1D}"/>
                          </a:ext>
                        </a:extLst>
                      </p:cNvPr>
                      <p:cNvPicPr/>
                      <p:nvPr/>
                    </p:nvPicPr>
                    <p:blipFill>
                      <a:blip r:embed="rId3"/>
                      <a:stretch>
                        <a:fillRect/>
                      </a:stretch>
                    </p:blipFill>
                    <p:spPr>
                      <a:xfrm>
                        <a:off x="2066926" y="703880"/>
                        <a:ext cx="10125074" cy="68919"/>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DCC05910-915A-B3C7-03D0-B3F0B2C04750}"/>
              </a:ext>
            </a:extLst>
          </p:cNvPr>
          <p:cNvSpPr/>
          <p:nvPr userDrawn="1"/>
        </p:nvSpPr>
        <p:spPr>
          <a:xfrm>
            <a:off x="-1" y="6789080"/>
            <a:ext cx="12208032" cy="689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descr="A stylized logo featuring a red-clad ninja holding a mug, symbolizing the Workplace Ninjas Belgium for the year 2026.&#10;&#10;AI-generated content may be incorrect.">
            <a:extLst>
              <a:ext uri="{FF2B5EF4-FFF2-40B4-BE49-F238E27FC236}">
                <a16:creationId xmlns:a16="http://schemas.microsoft.com/office/drawing/2014/main" id="{A6016681-88F9-A72E-0769-5B5E7D5A3B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10098" y="164109"/>
            <a:ext cx="1046159" cy="1046159"/>
          </a:xfrm>
          <a:prstGeom prst="rect">
            <a:avLst/>
          </a:prstGeom>
        </p:spPr>
      </p:pic>
      <p:sp>
        <p:nvSpPr>
          <p:cNvPr id="25" name="Text Placeholder 3">
            <a:extLst>
              <a:ext uri="{FF2B5EF4-FFF2-40B4-BE49-F238E27FC236}">
                <a16:creationId xmlns:a16="http://schemas.microsoft.com/office/drawing/2014/main" id="{22672261-F15A-A734-AA12-E22B9CF22983}"/>
              </a:ext>
            </a:extLst>
          </p:cNvPr>
          <p:cNvSpPr>
            <a:spLocks noGrp="1"/>
          </p:cNvSpPr>
          <p:nvPr>
            <p:ph type="body" sz="quarter" idx="25" hasCustomPrompt="1"/>
          </p:nvPr>
        </p:nvSpPr>
        <p:spPr>
          <a:xfrm>
            <a:off x="2066926" y="130175"/>
            <a:ext cx="10125074" cy="563563"/>
          </a:xfrm>
        </p:spPr>
        <p:txBody>
          <a:bodyPr>
            <a:noAutofit/>
          </a:bodyPr>
          <a:lstStyle>
            <a:lvl1pPr marL="0" indent="0" algn="l">
              <a:buNone/>
              <a:defRPr lang="en-US" sz="3600" b="1" kern="1200" dirty="0">
                <a:solidFill>
                  <a:schemeClr val="tx1"/>
                </a:solidFill>
                <a:latin typeface="Roboto Condensed" panose="02000000000000000000" pitchFamily="2" charset="0"/>
                <a:ea typeface="Roboto Condensed" panose="02000000000000000000" pitchFamily="2" charset="0"/>
                <a:cs typeface="+mn-cs"/>
              </a:defRPr>
            </a:lvl1pPr>
          </a:lstStyle>
          <a:p>
            <a:pPr lvl="0"/>
            <a:r>
              <a:rPr lang="en-BE" dirty="0"/>
              <a:t>Demo</a:t>
            </a:r>
            <a:endParaRPr lang="en-US" dirty="0"/>
          </a:p>
        </p:txBody>
      </p:sp>
      <p:sp>
        <p:nvSpPr>
          <p:cNvPr id="2" name="Rectangle 1">
            <a:extLst>
              <a:ext uri="{FF2B5EF4-FFF2-40B4-BE49-F238E27FC236}">
                <a16:creationId xmlns:a16="http://schemas.microsoft.com/office/drawing/2014/main" id="{1732C6C3-D5ED-B7C8-F9FE-66936D7394D8}"/>
              </a:ext>
            </a:extLst>
          </p:cNvPr>
          <p:cNvSpPr/>
          <p:nvPr userDrawn="1"/>
        </p:nvSpPr>
        <p:spPr>
          <a:xfrm>
            <a:off x="3883043" y="1635181"/>
            <a:ext cx="8308957" cy="4617449"/>
          </a:xfrm>
          <a:prstGeom prst="rect">
            <a:avLst/>
          </a:prstGeom>
          <a:blipFill>
            <a:blip r:embed="rId5">
              <a:extLst>
                <a:ext uri="{28A0092B-C50C-407E-A947-70E740481C1C}">
                  <a14:useLocalDpi xmlns:a14="http://schemas.microsoft.com/office/drawing/2010/main" val="0"/>
                </a:ext>
              </a:extLst>
            </a:blip>
            <a:stretch>
              <a:fillRect l="-40450" t="-52656" r="-2492" b="-1029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Condensed" panose="02000000000000000000" pitchFamily="2" charset="0"/>
              <a:ea typeface="Roboto Condensed" panose="02000000000000000000" pitchFamily="2" charset="0"/>
              <a:cs typeface="+mn-cs"/>
            </a:endParaRPr>
          </a:p>
        </p:txBody>
      </p:sp>
      <p:grpSp>
        <p:nvGrpSpPr>
          <p:cNvPr id="6" name="Group 594">
            <a:extLst>
              <a:ext uri="{FF2B5EF4-FFF2-40B4-BE49-F238E27FC236}">
                <a16:creationId xmlns:a16="http://schemas.microsoft.com/office/drawing/2014/main" id="{B1E432B4-2B7D-8803-FAF4-C70CF34E7F1F}"/>
              </a:ext>
            </a:extLst>
          </p:cNvPr>
          <p:cNvGrpSpPr>
            <a:grpSpLocks noChangeAspect="1"/>
          </p:cNvGrpSpPr>
          <p:nvPr userDrawn="1"/>
        </p:nvGrpSpPr>
        <p:grpSpPr bwMode="auto">
          <a:xfrm>
            <a:off x="-12608" y="1635181"/>
            <a:ext cx="5730875" cy="4617449"/>
            <a:chOff x="2033" y="709"/>
            <a:chExt cx="3610" cy="2902"/>
          </a:xfrm>
          <a:solidFill>
            <a:srgbClr val="C00000"/>
          </a:solidFill>
        </p:grpSpPr>
        <p:sp>
          <p:nvSpPr>
            <p:cNvPr id="7" name="Freeform 595">
              <a:extLst>
                <a:ext uri="{FF2B5EF4-FFF2-40B4-BE49-F238E27FC236}">
                  <a16:creationId xmlns:a16="http://schemas.microsoft.com/office/drawing/2014/main" id="{A93A43FE-96F0-FBE3-9C3B-63CB489CFA3C}"/>
                </a:ext>
              </a:extLst>
            </p:cNvPr>
            <p:cNvSpPr>
              <a:spLocks/>
            </p:cNvSpPr>
            <p:nvPr/>
          </p:nvSpPr>
          <p:spPr bwMode="auto">
            <a:xfrm>
              <a:off x="2033" y="709"/>
              <a:ext cx="3550" cy="2902"/>
            </a:xfrm>
            <a:custGeom>
              <a:avLst/>
              <a:gdLst>
                <a:gd name="T0" fmla="*/ 1342 w 1500"/>
                <a:gd name="T1" fmla="*/ 0 h 1225"/>
                <a:gd name="T2" fmla="*/ 0 w 1500"/>
                <a:gd name="T3" fmla="*/ 0 h 1225"/>
                <a:gd name="T4" fmla="*/ 0 w 1500"/>
                <a:gd name="T5" fmla="*/ 1224 h 1225"/>
                <a:gd name="T6" fmla="*/ 1343 w 1500"/>
                <a:gd name="T7" fmla="*/ 1225 h 1225"/>
                <a:gd name="T8" fmla="*/ 1500 w 1500"/>
                <a:gd name="T9" fmla="*/ 613 h 1225"/>
                <a:gd name="T10" fmla="*/ 1342 w 1500"/>
                <a:gd name="T11" fmla="*/ 0 h 1225"/>
              </a:gdLst>
              <a:ahLst/>
              <a:cxnLst>
                <a:cxn ang="0">
                  <a:pos x="T0" y="T1"/>
                </a:cxn>
                <a:cxn ang="0">
                  <a:pos x="T2" y="T3"/>
                </a:cxn>
                <a:cxn ang="0">
                  <a:pos x="T4" y="T5"/>
                </a:cxn>
                <a:cxn ang="0">
                  <a:pos x="T6" y="T7"/>
                </a:cxn>
                <a:cxn ang="0">
                  <a:pos x="T8" y="T9"/>
                </a:cxn>
                <a:cxn ang="0">
                  <a:pos x="T10" y="T11"/>
                </a:cxn>
              </a:cxnLst>
              <a:rect l="0" t="0" r="r" b="b"/>
              <a:pathLst>
                <a:path w="1500" h="1225">
                  <a:moveTo>
                    <a:pt x="1342" y="0"/>
                  </a:moveTo>
                  <a:cubicBezTo>
                    <a:pt x="0" y="0"/>
                    <a:pt x="0" y="0"/>
                    <a:pt x="0" y="0"/>
                  </a:cubicBezTo>
                  <a:cubicBezTo>
                    <a:pt x="0" y="1224"/>
                    <a:pt x="0" y="1224"/>
                    <a:pt x="0" y="1224"/>
                  </a:cubicBezTo>
                  <a:cubicBezTo>
                    <a:pt x="1343" y="1225"/>
                    <a:pt x="1343" y="1225"/>
                    <a:pt x="1343" y="1225"/>
                  </a:cubicBezTo>
                  <a:cubicBezTo>
                    <a:pt x="1443" y="1053"/>
                    <a:pt x="1500" y="826"/>
                    <a:pt x="1500" y="613"/>
                  </a:cubicBezTo>
                  <a:cubicBezTo>
                    <a:pt x="1500" y="400"/>
                    <a:pt x="1442" y="200"/>
                    <a:pt x="134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Roboto Condensed" panose="02000000000000000000" pitchFamily="2" charset="0"/>
                <a:ea typeface="Roboto Condensed" panose="02000000000000000000" pitchFamily="2" charset="0"/>
                <a:cs typeface="+mn-cs"/>
              </a:endParaRPr>
            </a:p>
          </p:txBody>
        </p:sp>
        <p:sp>
          <p:nvSpPr>
            <p:cNvPr id="8" name="Freeform 596">
              <a:extLst>
                <a:ext uri="{FF2B5EF4-FFF2-40B4-BE49-F238E27FC236}">
                  <a16:creationId xmlns:a16="http://schemas.microsoft.com/office/drawing/2014/main" id="{7BF38316-C060-F4F0-1286-50715E67CD9B}"/>
                </a:ext>
              </a:extLst>
            </p:cNvPr>
            <p:cNvSpPr>
              <a:spLocks/>
            </p:cNvSpPr>
            <p:nvPr/>
          </p:nvSpPr>
          <p:spPr bwMode="auto">
            <a:xfrm>
              <a:off x="5188" y="709"/>
              <a:ext cx="455" cy="1234"/>
            </a:xfrm>
            <a:custGeom>
              <a:avLst/>
              <a:gdLst>
                <a:gd name="T0" fmla="*/ 167 w 192"/>
                <a:gd name="T1" fmla="*/ 0 h 521"/>
                <a:gd name="T2" fmla="*/ 0 w 192"/>
                <a:gd name="T3" fmla="*/ 0 h 521"/>
                <a:gd name="T4" fmla="*/ 0 w 192"/>
                <a:gd name="T5" fmla="*/ 0 h 521"/>
                <a:gd name="T6" fmla="*/ 5 w 192"/>
                <a:gd name="T7" fmla="*/ 0 h 521"/>
                <a:gd name="T8" fmla="*/ 68 w 192"/>
                <a:gd name="T9" fmla="*/ 141 h 521"/>
                <a:gd name="T10" fmla="*/ 110 w 192"/>
                <a:gd name="T11" fmla="*/ 262 h 521"/>
                <a:gd name="T12" fmla="*/ 111 w 192"/>
                <a:gd name="T13" fmla="*/ 264 h 521"/>
                <a:gd name="T14" fmla="*/ 112 w 192"/>
                <a:gd name="T15" fmla="*/ 269 h 521"/>
                <a:gd name="T16" fmla="*/ 159 w 192"/>
                <a:gd name="T17" fmla="*/ 521 h 521"/>
                <a:gd name="T18" fmla="*/ 189 w 192"/>
                <a:gd name="T19" fmla="*/ 290 h 521"/>
                <a:gd name="T20" fmla="*/ 167 w 192"/>
                <a:gd name="T21"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521">
                  <a:moveTo>
                    <a:pt x="167" y="0"/>
                  </a:moveTo>
                  <a:cubicBezTo>
                    <a:pt x="0" y="0"/>
                    <a:pt x="0" y="0"/>
                    <a:pt x="0" y="0"/>
                  </a:cubicBezTo>
                  <a:cubicBezTo>
                    <a:pt x="0" y="0"/>
                    <a:pt x="0" y="0"/>
                    <a:pt x="0" y="0"/>
                  </a:cubicBezTo>
                  <a:cubicBezTo>
                    <a:pt x="5" y="0"/>
                    <a:pt x="5" y="0"/>
                    <a:pt x="5" y="0"/>
                  </a:cubicBezTo>
                  <a:cubicBezTo>
                    <a:pt x="28" y="47"/>
                    <a:pt x="49" y="94"/>
                    <a:pt x="68" y="141"/>
                  </a:cubicBezTo>
                  <a:cubicBezTo>
                    <a:pt x="84" y="180"/>
                    <a:pt x="98" y="221"/>
                    <a:pt x="110" y="262"/>
                  </a:cubicBezTo>
                  <a:cubicBezTo>
                    <a:pt x="111" y="263"/>
                    <a:pt x="111" y="264"/>
                    <a:pt x="111" y="264"/>
                  </a:cubicBezTo>
                  <a:cubicBezTo>
                    <a:pt x="112" y="266"/>
                    <a:pt x="112" y="267"/>
                    <a:pt x="112" y="269"/>
                  </a:cubicBezTo>
                  <a:cubicBezTo>
                    <a:pt x="137" y="352"/>
                    <a:pt x="153" y="435"/>
                    <a:pt x="159" y="521"/>
                  </a:cubicBezTo>
                  <a:cubicBezTo>
                    <a:pt x="177" y="447"/>
                    <a:pt x="187" y="369"/>
                    <a:pt x="189" y="290"/>
                  </a:cubicBezTo>
                  <a:cubicBezTo>
                    <a:pt x="192" y="200"/>
                    <a:pt x="184" y="84"/>
                    <a:pt x="16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Roboto Condensed" panose="02000000000000000000" pitchFamily="2" charset="0"/>
                <a:ea typeface="Roboto Condensed" panose="02000000000000000000" pitchFamily="2" charset="0"/>
                <a:cs typeface="+mn-cs"/>
              </a:endParaRPr>
            </a:p>
          </p:txBody>
        </p:sp>
      </p:grpSp>
      <p:sp>
        <p:nvSpPr>
          <p:cNvPr id="9" name="Content Placeholder 7">
            <a:extLst>
              <a:ext uri="{FF2B5EF4-FFF2-40B4-BE49-F238E27FC236}">
                <a16:creationId xmlns:a16="http://schemas.microsoft.com/office/drawing/2014/main" id="{F7E0474F-91EF-FDC5-5AD5-3F2B248A33E0}"/>
              </a:ext>
            </a:extLst>
          </p:cNvPr>
          <p:cNvSpPr>
            <a:spLocks noGrp="1"/>
          </p:cNvSpPr>
          <p:nvPr>
            <p:ph sz="quarter" idx="16" hasCustomPrompt="1"/>
          </p:nvPr>
        </p:nvSpPr>
        <p:spPr>
          <a:xfrm>
            <a:off x="522034" y="2101303"/>
            <a:ext cx="4231635" cy="3566766"/>
          </a:xfrm>
        </p:spPr>
        <p:txBody>
          <a:bodyPr>
            <a:normAutofit/>
          </a:bodyPr>
          <a:lstStyle>
            <a:lvl1pPr marL="0" indent="0" algn="l">
              <a:buNone/>
              <a:defRPr sz="1600" b="0" baseline="0">
                <a:solidFill>
                  <a:schemeClr val="bg1"/>
                </a:solidFill>
                <a:latin typeface="Roboto Condensed" panose="02000000000000000000" pitchFamily="2" charset="0"/>
                <a:ea typeface="Roboto Condensed" panose="02000000000000000000" pitchFamily="2" charset="0"/>
              </a:defRPr>
            </a:lvl1pPr>
          </a:lstStyle>
          <a:p>
            <a:pPr lvl="0"/>
            <a:r>
              <a:rPr lang="en-US"/>
              <a:t>Short description of demo …</a:t>
            </a:r>
          </a:p>
        </p:txBody>
      </p:sp>
    </p:spTree>
    <p:extLst>
      <p:ext uri="{BB962C8B-B14F-4D97-AF65-F5344CB8AC3E}">
        <p14:creationId xmlns:p14="http://schemas.microsoft.com/office/powerpoint/2010/main" val="3931763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C1E7C-D4FE-FF96-9EE2-40ABB42091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A3794EE2-9DDB-DEF5-ADEC-DBE0689C3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6" name="Slide Number Placeholder 5">
            <a:extLst>
              <a:ext uri="{FF2B5EF4-FFF2-40B4-BE49-F238E27FC236}">
                <a16:creationId xmlns:a16="http://schemas.microsoft.com/office/drawing/2014/main" id="{2B6D5126-4FD5-3A7F-0A3E-9C9B3293D0F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rPr>
              <a:t>#wpninjasbe</a:t>
            </a:r>
            <a:endParaRPr kumimoji="0" lang="en-BE"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pic>
        <p:nvPicPr>
          <p:cNvPr id="8" name="Picture 7" descr="A structure with multiple spheres&#10;&#10;AI-generated content may be incorrect.">
            <a:extLst>
              <a:ext uri="{FF2B5EF4-FFF2-40B4-BE49-F238E27FC236}">
                <a16:creationId xmlns:a16="http://schemas.microsoft.com/office/drawing/2014/main" id="{0521F8F7-0659-07F8-E670-FF9360D99985}"/>
              </a:ext>
            </a:extLst>
          </p:cNvPr>
          <p:cNvPicPr>
            <a:picLocks noChangeAspect="1"/>
          </p:cNvPicPr>
          <p:nvPr userDrawn="1"/>
        </p:nvPicPr>
        <p:blipFill>
          <a:blip r:embed="rId2">
            <a:extLst>
              <a:ext uri="{28A0092B-C50C-407E-A947-70E740481C1C}">
                <a14:useLocalDpi xmlns:a14="http://schemas.microsoft.com/office/drawing/2010/main" val="0"/>
              </a:ext>
            </a:extLst>
          </a:blip>
          <a:srcRect t="26262"/>
          <a:stretch/>
        </p:blipFill>
        <p:spPr>
          <a:xfrm>
            <a:off x="0" y="-5187"/>
            <a:ext cx="12208030" cy="6012254"/>
          </a:xfrm>
          <a:prstGeom prst="rect">
            <a:avLst/>
          </a:prstGeom>
        </p:spPr>
      </p:pic>
      <p:sp>
        <p:nvSpPr>
          <p:cNvPr id="9" name="Rectangle 8">
            <a:extLst>
              <a:ext uri="{FF2B5EF4-FFF2-40B4-BE49-F238E27FC236}">
                <a16:creationId xmlns:a16="http://schemas.microsoft.com/office/drawing/2014/main" id="{19B1B9BA-1A3C-92AC-15EE-9A1BFB053EA3}"/>
              </a:ext>
            </a:extLst>
          </p:cNvPr>
          <p:cNvSpPr/>
          <p:nvPr userDrawn="1"/>
        </p:nvSpPr>
        <p:spPr>
          <a:xfrm>
            <a:off x="-93305" y="0"/>
            <a:ext cx="12398958" cy="7035282"/>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1" name="Picture 10" descr="A red and green wavy background">
            <a:extLst>
              <a:ext uri="{FF2B5EF4-FFF2-40B4-BE49-F238E27FC236}">
                <a16:creationId xmlns:a16="http://schemas.microsoft.com/office/drawing/2014/main" id="{3F607DA0-2176-C3CD-00FE-D1687DA06D27}"/>
              </a:ext>
            </a:extLst>
          </p:cNvPr>
          <p:cNvPicPr>
            <a:picLocks noChangeAspect="1"/>
          </p:cNvPicPr>
          <p:nvPr userDrawn="1"/>
        </p:nvPicPr>
        <p:blipFill>
          <a:blip r:embed="rId3">
            <a:extLst>
              <a:ext uri="{28A0092B-C50C-407E-A947-70E740481C1C}">
                <a14:useLocalDpi xmlns:a14="http://schemas.microsoft.com/office/drawing/2010/main" val="0"/>
              </a:ext>
            </a:extLst>
          </a:blip>
          <a:srcRect l="2984" t="31785" r="4527" b="7969"/>
          <a:stretch/>
        </p:blipFill>
        <p:spPr>
          <a:xfrm>
            <a:off x="-93307" y="0"/>
            <a:ext cx="12398960" cy="6749440"/>
          </a:xfrm>
          <a:prstGeom prst="rect">
            <a:avLst/>
          </a:prstGeom>
        </p:spPr>
      </p:pic>
      <p:sp>
        <p:nvSpPr>
          <p:cNvPr id="12" name="Rectangle 11">
            <a:extLst>
              <a:ext uri="{FF2B5EF4-FFF2-40B4-BE49-F238E27FC236}">
                <a16:creationId xmlns:a16="http://schemas.microsoft.com/office/drawing/2014/main" id="{EF74090B-E222-0953-723C-2A706F840CD9}"/>
              </a:ext>
            </a:extLst>
          </p:cNvPr>
          <p:cNvSpPr/>
          <p:nvPr userDrawn="1"/>
        </p:nvSpPr>
        <p:spPr>
          <a:xfrm>
            <a:off x="-93307" y="1147328"/>
            <a:ext cx="12398958" cy="3826933"/>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D90FC0BB-FFC4-DF13-70A4-E7D75B480D1E}"/>
              </a:ext>
            </a:extLst>
          </p:cNvPr>
          <p:cNvSpPr/>
          <p:nvPr userDrawn="1"/>
        </p:nvSpPr>
        <p:spPr>
          <a:xfrm>
            <a:off x="-93307" y="6301426"/>
            <a:ext cx="12398959" cy="5315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2B3EAFB5-8373-9580-CCE7-62C1437DCA72}"/>
              </a:ext>
            </a:extLst>
          </p:cNvPr>
          <p:cNvSpPr txBox="1"/>
          <p:nvPr userDrawn="1"/>
        </p:nvSpPr>
        <p:spPr>
          <a:xfrm>
            <a:off x="39547" y="6380108"/>
            <a:ext cx="204335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rPr>
              <a:t>www.wpninjas.be</a:t>
            </a:r>
            <a:endParaRPr kumimoji="0" lang="en-BE"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endParaRPr>
          </a:p>
        </p:txBody>
      </p:sp>
      <p:sp>
        <p:nvSpPr>
          <p:cNvPr id="17" name="TextBox 16">
            <a:extLst>
              <a:ext uri="{FF2B5EF4-FFF2-40B4-BE49-F238E27FC236}">
                <a16:creationId xmlns:a16="http://schemas.microsoft.com/office/drawing/2014/main" id="{085A4559-DB77-113B-AFA2-679C260C6BE6}"/>
              </a:ext>
            </a:extLst>
          </p:cNvPr>
          <p:cNvSpPr txBox="1"/>
          <p:nvPr userDrawn="1"/>
        </p:nvSpPr>
        <p:spPr>
          <a:xfrm>
            <a:off x="10668000" y="6385295"/>
            <a:ext cx="148445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rPr>
              <a:t>#wpninjasbe</a:t>
            </a:r>
            <a:endParaRPr kumimoji="0" lang="en-BE" sz="1800" b="0" i="0" u="none" strike="noStrike" kern="1200" cap="none" spc="0" normalizeH="0" baseline="0" noProof="0" dirty="0">
              <a:ln>
                <a:noFill/>
              </a:ln>
              <a:solidFill>
                <a:prstClr val="white"/>
              </a:solidFill>
              <a:effectLst/>
              <a:uLnTx/>
              <a:uFillTx/>
              <a:latin typeface="Aptos" panose="02110004020202020204"/>
              <a:ea typeface="Roboto Condensed" panose="02000000000000000000" pitchFamily="2" charset="0"/>
              <a:cs typeface="+mn-cs"/>
            </a:endParaRPr>
          </a:p>
        </p:txBody>
      </p:sp>
      <p:sp>
        <p:nvSpPr>
          <p:cNvPr id="27" name="Text Placeholder 26">
            <a:extLst>
              <a:ext uri="{FF2B5EF4-FFF2-40B4-BE49-F238E27FC236}">
                <a16:creationId xmlns:a16="http://schemas.microsoft.com/office/drawing/2014/main" id="{D31F77F4-86B5-A35A-89AF-A10543D7DA99}"/>
              </a:ext>
            </a:extLst>
          </p:cNvPr>
          <p:cNvSpPr>
            <a:spLocks noGrp="1"/>
          </p:cNvSpPr>
          <p:nvPr>
            <p:ph type="body" sz="quarter" idx="15" hasCustomPrompt="1"/>
          </p:nvPr>
        </p:nvSpPr>
        <p:spPr>
          <a:xfrm>
            <a:off x="-93307" y="3056129"/>
            <a:ext cx="12398957" cy="687113"/>
          </a:xfrm>
        </p:spPr>
        <p:txBody>
          <a:bodyPr>
            <a:noAutofit/>
          </a:bodyPr>
          <a:lstStyle>
            <a:lvl1pPr marL="0" indent="0" algn="ctr">
              <a:buNone/>
              <a:defRPr sz="5000">
                <a:solidFill>
                  <a:srgbClr val="E5B417"/>
                </a:solidFill>
                <a:latin typeface="+mn-lt"/>
                <a:ea typeface="Roboto Condensed Black" panose="02000000000000000000" pitchFamily="2" charset="0"/>
              </a:defRPr>
            </a:lvl1pPr>
          </a:lstStyle>
          <a:p>
            <a:pPr lvl="0"/>
            <a:r>
              <a:rPr lang="en-US" dirty="0">
                <a:latin typeface="Roboto Condensed Black" panose="02000000000000000000" pitchFamily="2" charset="0"/>
                <a:ea typeface="Roboto Condensed Black" panose="02000000000000000000" pitchFamily="2" charset="0"/>
              </a:rPr>
              <a:t>THANK YOU</a:t>
            </a:r>
            <a:endParaRPr lang="en-BE" dirty="0"/>
          </a:p>
        </p:txBody>
      </p:sp>
      <p:pic>
        <p:nvPicPr>
          <p:cNvPr id="4" name="Picture 3" descr="A stylized logo featuring a red-clad ninja holding a mug, symbolizing the Workplace Ninjas Belgium for the year 2026.&#10;&#10;AI-generated content may be incorrect.">
            <a:extLst>
              <a:ext uri="{FF2B5EF4-FFF2-40B4-BE49-F238E27FC236}">
                <a16:creationId xmlns:a16="http://schemas.microsoft.com/office/drawing/2014/main" id="{6E1AC957-92AA-AB2D-E73C-2C8FCF2F45A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903996" y="158256"/>
            <a:ext cx="2384007" cy="2384007"/>
          </a:xfrm>
          <a:prstGeom prst="rect">
            <a:avLst/>
          </a:prstGeom>
        </p:spPr>
      </p:pic>
    </p:spTree>
    <p:extLst>
      <p:ext uri="{BB962C8B-B14F-4D97-AF65-F5344CB8AC3E}">
        <p14:creationId xmlns:p14="http://schemas.microsoft.com/office/powerpoint/2010/main" val="42273471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75A2D9-FED7-5E19-9870-84A66C0C15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B429AB9D-8898-5766-633B-B22BF0D3C8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85F75A0B-FF29-29BE-01CE-F5C0B3AB0B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E3B853-4BC8-4CD4-9FA7-DFAACE07C65F}" type="datetimeFigureOut">
              <a:rPr kumimoji="0" lang="en-B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04/06/2026</a:t>
            </a:fld>
            <a:endParaRPr kumimoji="0" lang="en-B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17F54D43-9625-B6BD-F888-D4E9841592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B76F3E6B-79D2-65F0-5DF3-CDEB0F5023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A24FC59-BBF5-4A56-9A90-180CD6FA1193}" type="slidenum">
              <a:rPr kumimoji="0" lang="en-B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51628164"/>
      </p:ext>
    </p:extLst>
  </p:cSld>
  <p:clrMap bg1="lt1" tx1="dk1" bg2="lt2" tx2="dk2" accent1="accent1" accent2="accent2" accent3="accent3" accent4="accent4" accent5="accent5" accent6="accent6" hlink="hlink" folHlink="folHlink"/>
  <p:sldLayoutIdLst>
    <p:sldLayoutId id="2147483664" r:id="rId1"/>
    <p:sldLayoutId id="2147483692" r:id="rId2"/>
    <p:sldLayoutId id="2147483666" r:id="rId3"/>
    <p:sldLayoutId id="2147483667" r:id="rId4"/>
    <p:sldLayoutId id="2147483688" r:id="rId5"/>
    <p:sldLayoutId id="2147483689" r:id="rId6"/>
    <p:sldLayoutId id="2147483693" r:id="rId7"/>
    <p:sldLayoutId id="2147483690" r:id="rId8"/>
    <p:sldLayoutId id="214748368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image" Target="../media/image5.svg"/><Relationship Id="rId1" Type="http://schemas.openxmlformats.org/officeDocument/2006/relationships/slideLayout" Target="../slideLayouts/slideLayout6.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sv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sealionforever/sessions" TargetMode="External"/><Relationship Id="rId2" Type="http://schemas.openxmlformats.org/officeDocument/2006/relationships/hyperlink" Target="https://linkedin.com/in/sebastiaan-de-wolf" TargetMode="External"/><Relationship Id="rId1" Type="http://schemas.openxmlformats.org/officeDocument/2006/relationships/slideLayout" Target="../slideLayouts/slideLayout4.xml"/><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graph/api/overview?view=graph-rest-1.0"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graph/api/overview?view=graph-rest-1.0"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61CE2BE-B763-0C06-8B54-2AD4792E8668}"/>
              </a:ext>
            </a:extLst>
          </p:cNvPr>
          <p:cNvSpPr>
            <a:spLocks noGrp="1"/>
          </p:cNvSpPr>
          <p:nvPr>
            <p:ph type="body" sz="quarter" idx="14"/>
          </p:nvPr>
        </p:nvSpPr>
        <p:spPr/>
        <p:txBody>
          <a:bodyPr>
            <a:normAutofit/>
          </a:bodyPr>
          <a:lstStyle/>
          <a:p>
            <a:r>
              <a:rPr lang="en-US" altLang="zh-CN" sz="4800" dirty="0"/>
              <a:t>Intune Alerting:</a:t>
            </a:r>
            <a:br>
              <a:rPr lang="en-US" altLang="zh-CN" sz="4800" dirty="0"/>
            </a:br>
            <a:r>
              <a:rPr lang="en-US" altLang="zh-CN" sz="4800" dirty="0"/>
              <a:t>Dream or Reality?</a:t>
            </a:r>
            <a:endParaRPr lang="en-BE" sz="4800" dirty="0">
              <a:latin typeface="Roboto Condensed Black" panose="02000000000000000000" pitchFamily="2" charset="0"/>
              <a:ea typeface="Roboto Condensed Black" panose="02000000000000000000" pitchFamily="2" charset="0"/>
            </a:endParaRPr>
          </a:p>
        </p:txBody>
      </p:sp>
      <p:sp>
        <p:nvSpPr>
          <p:cNvPr id="5" name="Text Placeholder 4">
            <a:extLst>
              <a:ext uri="{FF2B5EF4-FFF2-40B4-BE49-F238E27FC236}">
                <a16:creationId xmlns:a16="http://schemas.microsoft.com/office/drawing/2014/main" id="{70CCB41B-01D0-E769-2241-6E235810E0B2}"/>
              </a:ext>
            </a:extLst>
          </p:cNvPr>
          <p:cNvSpPr>
            <a:spLocks noGrp="1"/>
          </p:cNvSpPr>
          <p:nvPr>
            <p:ph type="body" sz="quarter" idx="15"/>
          </p:nvPr>
        </p:nvSpPr>
        <p:spPr/>
        <p:txBody>
          <a:bodyPr/>
          <a:lstStyle/>
          <a:p>
            <a:r>
              <a:rPr lang="en-US" dirty="0">
                <a:latin typeface="Roboto Condensed Black" panose="02000000000000000000" pitchFamily="2" charset="0"/>
              </a:rPr>
              <a:t>Sebastiaan de Wolf</a:t>
            </a:r>
            <a:endParaRPr lang="en-BE" dirty="0">
              <a:latin typeface="Roboto Condensed Black" panose="02000000000000000000" pitchFamily="2" charset="0"/>
            </a:endParaRPr>
          </a:p>
        </p:txBody>
      </p:sp>
      <p:pic>
        <p:nvPicPr>
          <p:cNvPr id="3" name="Picture Placeholder 2">
            <a:extLst>
              <a:ext uri="{FF2B5EF4-FFF2-40B4-BE49-F238E27FC236}">
                <a16:creationId xmlns:a16="http://schemas.microsoft.com/office/drawing/2014/main" id="{4A1F93C2-A65E-2F1E-3911-441A200B7CE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8" r="28"/>
          <a:stretch>
            <a:fillRect/>
          </a:stretch>
        </p:blipFill>
        <p:spPr>
          <a:prstGeom prst="ellipse">
            <a:avLst/>
          </a:prstGeom>
          <a:ln w="76200">
            <a:solidFill>
              <a:srgbClr val="E5B417"/>
            </a:solidFill>
          </a:ln>
        </p:spPr>
      </p:pic>
    </p:spTree>
    <p:extLst>
      <p:ext uri="{BB962C8B-B14F-4D97-AF65-F5344CB8AC3E}">
        <p14:creationId xmlns:p14="http://schemas.microsoft.com/office/powerpoint/2010/main" val="2278282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6">
            <a:extLst>
              <a:ext uri="{FF2B5EF4-FFF2-40B4-BE49-F238E27FC236}">
                <a16:creationId xmlns:a16="http://schemas.microsoft.com/office/drawing/2014/main" id="{A4616376-6EA9-7143-D665-5F6159C6EF2D}"/>
              </a:ext>
            </a:extLst>
          </p:cNvPr>
          <p:cNvSpPr/>
          <p:nvPr/>
        </p:nvSpPr>
        <p:spPr>
          <a:xfrm>
            <a:off x="95250" y="927100"/>
            <a:ext cx="11994088" cy="5727700"/>
          </a:xfrm>
          <a:prstGeom prst="rect">
            <a:avLst/>
          </a:prstGeom>
          <a:solidFill>
            <a:srgbClr val="6D28D9">
              <a:alpha val="5000"/>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A66040C8-0D8A-AE91-5A7C-9D07E2C6DB6F}"/>
              </a:ext>
            </a:extLst>
          </p:cNvPr>
          <p:cNvSpPr txBox="1"/>
          <p:nvPr/>
        </p:nvSpPr>
        <p:spPr>
          <a:xfrm>
            <a:off x="1966187" y="85871"/>
            <a:ext cx="101250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H"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Thank </a:t>
            </a:r>
            <a:r>
              <a:rPr kumimoji="0" lang="en-US"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y</a:t>
            </a:r>
            <a:r>
              <a:rPr kumimoji="0" lang="en-CH"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ou to the sponsors</a:t>
            </a:r>
            <a:endParaRPr kumimoji="0" lang="en-US"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endParaRPr>
          </a:p>
        </p:txBody>
      </p:sp>
      <p:sp>
        <p:nvSpPr>
          <p:cNvPr id="15" name="Rectangle 14">
            <a:extLst>
              <a:ext uri="{FF2B5EF4-FFF2-40B4-BE49-F238E27FC236}">
                <a16:creationId xmlns:a16="http://schemas.microsoft.com/office/drawing/2014/main" id="{4C77954C-3936-87AD-4B09-A2661786788D}"/>
              </a:ext>
            </a:extLst>
          </p:cNvPr>
          <p:cNvSpPr/>
          <p:nvPr/>
        </p:nvSpPr>
        <p:spPr>
          <a:xfrm>
            <a:off x="-1" y="6789080"/>
            <a:ext cx="12208032" cy="689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3E7960FB-A953-607B-5579-3EBEC45375F0}"/>
              </a:ext>
            </a:extLst>
          </p:cNvPr>
          <p:cNvSpPr txBox="1"/>
          <p:nvPr/>
        </p:nvSpPr>
        <p:spPr>
          <a:xfrm>
            <a:off x="315154" y="1210268"/>
            <a:ext cx="1156169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BE" sz="4800" b="1" i="0" u="none" strike="noStrike" kern="1200" cap="none" spc="0" normalizeH="0" baseline="0" noProof="0" dirty="0">
                <a:ln>
                  <a:noFill/>
                </a:ln>
                <a:solidFill>
                  <a:srgbClr val="6D28D9"/>
                </a:solidFill>
                <a:effectLst/>
                <a:uLnTx/>
                <a:uFillTx/>
                <a:latin typeface="Roboto Condensed Black" panose="02000000000000000000" pitchFamily="2" charset="0"/>
                <a:ea typeface="Roboto Condensed Black" panose="02000000000000000000" pitchFamily="2" charset="0"/>
                <a:cs typeface="+mn-cs"/>
              </a:rPr>
              <a:t>PLATINUM SPONSOR</a:t>
            </a:r>
          </a:p>
        </p:txBody>
      </p:sp>
      <p:pic>
        <p:nvPicPr>
          <p:cNvPr id="23" name="Picture 22" descr="Robopack is a logo featuring a geometric hexagonal pattern.&#10;&#10;AI-generated content may be incorrect.">
            <a:extLst>
              <a:ext uri="{FF2B5EF4-FFF2-40B4-BE49-F238E27FC236}">
                <a16:creationId xmlns:a16="http://schemas.microsoft.com/office/drawing/2014/main" id="{6FC6142A-CC0B-5677-9A1E-45C8AB2966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837" y="2824236"/>
            <a:ext cx="10743368" cy="3047592"/>
          </a:xfrm>
          <a:prstGeom prst="rect">
            <a:avLst/>
          </a:prstGeom>
        </p:spPr>
      </p:pic>
    </p:spTree>
    <p:extLst>
      <p:ext uri="{BB962C8B-B14F-4D97-AF65-F5344CB8AC3E}">
        <p14:creationId xmlns:p14="http://schemas.microsoft.com/office/powerpoint/2010/main" val="20394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BD869-6FF1-BF3F-7861-505A426E4D0C}"/>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F15AD045-19E2-52EF-856F-21847A3EAC3A}"/>
              </a:ext>
            </a:extLst>
          </p:cNvPr>
          <p:cNvSpPr txBox="1"/>
          <p:nvPr/>
        </p:nvSpPr>
        <p:spPr>
          <a:xfrm>
            <a:off x="1966187" y="85871"/>
            <a:ext cx="101250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H"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Thank </a:t>
            </a:r>
            <a:r>
              <a:rPr kumimoji="0" lang="en-US"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y</a:t>
            </a:r>
            <a:r>
              <a:rPr kumimoji="0" lang="en-CH"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rPr>
              <a:t>ou to the sponsors</a:t>
            </a:r>
            <a:endParaRPr kumimoji="0" lang="en-US" sz="3600" b="1" i="0" u="none" strike="noStrike" kern="1200" cap="none" spc="0" normalizeH="0" baseline="0" noProof="0" dirty="0">
              <a:ln>
                <a:noFill/>
              </a:ln>
              <a:solidFill>
                <a:prstClr val="black"/>
              </a:solidFill>
              <a:effectLst/>
              <a:uLnTx/>
              <a:uFillTx/>
              <a:latin typeface="Roboto Condensed" panose="02000000000000000000" pitchFamily="2" charset="0"/>
              <a:ea typeface="Roboto Condensed" panose="02000000000000000000" pitchFamily="2" charset="0"/>
              <a:cs typeface="+mn-cs"/>
            </a:endParaRPr>
          </a:p>
        </p:txBody>
      </p:sp>
      <p:sp>
        <p:nvSpPr>
          <p:cNvPr id="15" name="Rectangle 14">
            <a:extLst>
              <a:ext uri="{FF2B5EF4-FFF2-40B4-BE49-F238E27FC236}">
                <a16:creationId xmlns:a16="http://schemas.microsoft.com/office/drawing/2014/main" id="{D02B60C7-EAD0-3BA2-F0FA-2F69FD214424}"/>
              </a:ext>
            </a:extLst>
          </p:cNvPr>
          <p:cNvSpPr/>
          <p:nvPr/>
        </p:nvSpPr>
        <p:spPr>
          <a:xfrm>
            <a:off x="-1" y="6789080"/>
            <a:ext cx="12208032" cy="689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CDCA6039-F462-7470-2FC2-389D964A79AE}"/>
              </a:ext>
            </a:extLst>
          </p:cNvPr>
          <p:cNvSpPr/>
          <p:nvPr/>
        </p:nvSpPr>
        <p:spPr>
          <a:xfrm>
            <a:off x="803506" y="814853"/>
            <a:ext cx="10808418" cy="2566032"/>
          </a:xfrm>
          <a:prstGeom prst="rect">
            <a:avLst/>
          </a:prstGeom>
          <a:solidFill>
            <a:srgbClr val="D97706">
              <a:alpha val="4706"/>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72AF9B7D-1515-A62D-D7A4-A334F1A89EC7}"/>
              </a:ext>
            </a:extLst>
          </p:cNvPr>
          <p:cNvSpPr txBox="1"/>
          <p:nvPr/>
        </p:nvSpPr>
        <p:spPr>
          <a:xfrm>
            <a:off x="3651352" y="865838"/>
            <a:ext cx="495453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BE" sz="2400" b="1" i="0" u="none" strike="noStrike" kern="1200" cap="none" spc="0" normalizeH="0" baseline="0" noProof="0" dirty="0">
                <a:ln>
                  <a:noFill/>
                </a:ln>
                <a:solidFill>
                  <a:srgbClr val="D97706"/>
                </a:solidFill>
                <a:effectLst/>
                <a:uLnTx/>
                <a:uFillTx/>
                <a:latin typeface="Roboto Condensed Black" panose="02000000000000000000" pitchFamily="2" charset="0"/>
                <a:ea typeface="Roboto Condensed Black" panose="02000000000000000000" pitchFamily="2" charset="0"/>
                <a:cs typeface="+mn-cs"/>
              </a:rPr>
              <a:t>GOLD SPONSORS</a:t>
            </a:r>
          </a:p>
        </p:txBody>
      </p:sp>
      <p:sp>
        <p:nvSpPr>
          <p:cNvPr id="19" name="Rectangle 16">
            <a:extLst>
              <a:ext uri="{FF2B5EF4-FFF2-40B4-BE49-F238E27FC236}">
                <a16:creationId xmlns:a16="http://schemas.microsoft.com/office/drawing/2014/main" id="{09A8B075-DD40-4E88-3665-897A0428597D}"/>
              </a:ext>
            </a:extLst>
          </p:cNvPr>
          <p:cNvSpPr/>
          <p:nvPr/>
        </p:nvSpPr>
        <p:spPr>
          <a:xfrm>
            <a:off x="803506" y="3541270"/>
            <a:ext cx="10854925" cy="1462408"/>
          </a:xfrm>
          <a:prstGeom prst="rect">
            <a:avLst/>
          </a:prstGeom>
          <a:solidFill>
            <a:srgbClr val="6B7280">
              <a:alpha val="4706"/>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45EEB875-FFD0-49C7-4CBB-F8EB4C4378BE}"/>
              </a:ext>
            </a:extLst>
          </p:cNvPr>
          <p:cNvSpPr txBox="1"/>
          <p:nvPr/>
        </p:nvSpPr>
        <p:spPr>
          <a:xfrm>
            <a:off x="4494607" y="3617328"/>
            <a:ext cx="314414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BE" sz="2000" b="1" i="0" u="none" strike="noStrike" kern="1200" cap="none" spc="0" normalizeH="0" baseline="0" noProof="0" dirty="0">
                <a:ln>
                  <a:noFill/>
                </a:ln>
                <a:solidFill>
                  <a:srgbClr val="6B7280"/>
                </a:solidFill>
                <a:effectLst/>
                <a:uLnTx/>
                <a:uFillTx/>
                <a:latin typeface="Roboto Condensed Black" panose="02000000000000000000" pitchFamily="2" charset="0"/>
                <a:ea typeface="Roboto Condensed Black" panose="02000000000000000000" pitchFamily="2" charset="0"/>
                <a:cs typeface="+mn-cs"/>
              </a:rPr>
              <a:t>SILVER SPONSORS</a:t>
            </a:r>
          </a:p>
        </p:txBody>
      </p:sp>
      <p:sp>
        <p:nvSpPr>
          <p:cNvPr id="21" name="Rectangle 16">
            <a:extLst>
              <a:ext uri="{FF2B5EF4-FFF2-40B4-BE49-F238E27FC236}">
                <a16:creationId xmlns:a16="http://schemas.microsoft.com/office/drawing/2014/main" id="{5C005ABF-A486-76ED-C6D4-D5E95D7BDBA1}"/>
              </a:ext>
            </a:extLst>
          </p:cNvPr>
          <p:cNvSpPr/>
          <p:nvPr/>
        </p:nvSpPr>
        <p:spPr>
          <a:xfrm>
            <a:off x="803505" y="5166288"/>
            <a:ext cx="10854925" cy="1336001"/>
          </a:xfrm>
          <a:prstGeom prst="rect">
            <a:avLst/>
          </a:prstGeom>
          <a:solidFill>
            <a:srgbClr val="92400E">
              <a:alpha val="4706"/>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C602974F-820F-B1CD-E14B-46736776B2B6}"/>
              </a:ext>
            </a:extLst>
          </p:cNvPr>
          <p:cNvSpPr txBox="1"/>
          <p:nvPr/>
        </p:nvSpPr>
        <p:spPr>
          <a:xfrm>
            <a:off x="4498194" y="5300532"/>
            <a:ext cx="314414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BE" sz="1600" b="1" i="0" u="none" strike="noStrike" kern="1200" cap="none" spc="0" normalizeH="0" baseline="0" noProof="0" dirty="0">
                <a:ln>
                  <a:noFill/>
                </a:ln>
                <a:solidFill>
                  <a:srgbClr val="92400E"/>
                </a:solidFill>
                <a:effectLst/>
                <a:uLnTx/>
                <a:uFillTx/>
                <a:latin typeface="Roboto Condensed Black" panose="02000000000000000000" pitchFamily="2" charset="0"/>
                <a:ea typeface="Roboto Condensed Black" panose="02000000000000000000" pitchFamily="2" charset="0"/>
                <a:cs typeface="+mn-cs"/>
              </a:rPr>
              <a:t>BRONZE SPONSORS</a:t>
            </a:r>
          </a:p>
        </p:txBody>
      </p:sp>
      <p:pic>
        <p:nvPicPr>
          <p:cNvPr id="24" name="Graphic 23">
            <a:extLst>
              <a:ext uri="{FF2B5EF4-FFF2-40B4-BE49-F238E27FC236}">
                <a16:creationId xmlns:a16="http://schemas.microsoft.com/office/drawing/2014/main" id="{6715ED05-D4E5-A44F-A5CE-8FD3147FD82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35885" y="2620890"/>
            <a:ext cx="3102002" cy="489789"/>
          </a:xfrm>
          <a:prstGeom prst="rect">
            <a:avLst/>
          </a:prstGeom>
        </p:spPr>
      </p:pic>
      <p:pic>
        <p:nvPicPr>
          <p:cNvPr id="25" name="Picture 24" descr="The image depicts a stylized Microsoft logo with a vibrant combination of blue, green, and red colors, featuring the iconic Windows logo.&#10;&#10;AI-generated content may be incorrect.">
            <a:extLst>
              <a:ext uri="{FF2B5EF4-FFF2-40B4-BE49-F238E27FC236}">
                <a16:creationId xmlns:a16="http://schemas.microsoft.com/office/drawing/2014/main" id="{9B7B8DCB-363F-FA58-B837-3EC59AEB14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0392" y="1778453"/>
            <a:ext cx="2446288" cy="521748"/>
          </a:xfrm>
          <a:prstGeom prst="rect">
            <a:avLst/>
          </a:prstGeom>
        </p:spPr>
      </p:pic>
      <p:pic>
        <p:nvPicPr>
          <p:cNvPr id="26" name="Picture 25" descr="The image is a plain, solid blue background.&#10;&#10;AI-generated content may be incorrect.">
            <a:extLst>
              <a:ext uri="{FF2B5EF4-FFF2-40B4-BE49-F238E27FC236}">
                <a16:creationId xmlns:a16="http://schemas.microsoft.com/office/drawing/2014/main" id="{D5E31B36-F1A3-5983-4152-3F4B038741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0970" y="1617094"/>
            <a:ext cx="1793707" cy="695445"/>
          </a:xfrm>
          <a:prstGeom prst="rect">
            <a:avLst/>
          </a:prstGeom>
        </p:spPr>
      </p:pic>
      <p:pic>
        <p:nvPicPr>
          <p:cNvPr id="27" name="Graphic 26">
            <a:extLst>
              <a:ext uri="{FF2B5EF4-FFF2-40B4-BE49-F238E27FC236}">
                <a16:creationId xmlns:a16="http://schemas.microsoft.com/office/drawing/2014/main" id="{B7036049-358A-DD73-53B4-371F1D13DF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53800" y="5409431"/>
            <a:ext cx="1104556" cy="841567"/>
          </a:xfrm>
          <a:prstGeom prst="rect">
            <a:avLst/>
          </a:prstGeom>
        </p:spPr>
      </p:pic>
      <p:pic>
        <p:nvPicPr>
          <p:cNvPr id="28" name="Picture 27" descr="A gold laptop with a closed screen.&#10;&#10;AI-generated content may be incorrect.">
            <a:extLst>
              <a:ext uri="{FF2B5EF4-FFF2-40B4-BE49-F238E27FC236}">
                <a16:creationId xmlns:a16="http://schemas.microsoft.com/office/drawing/2014/main" id="{E5F4D2B5-C187-6224-4BEF-FD76733204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2900" y="5389471"/>
            <a:ext cx="1635900" cy="889633"/>
          </a:xfrm>
          <a:prstGeom prst="rect">
            <a:avLst/>
          </a:prstGeom>
        </p:spPr>
      </p:pic>
      <p:pic>
        <p:nvPicPr>
          <p:cNvPr id="29" name="Graphic 28">
            <a:extLst>
              <a:ext uri="{FF2B5EF4-FFF2-40B4-BE49-F238E27FC236}">
                <a16:creationId xmlns:a16="http://schemas.microsoft.com/office/drawing/2014/main" id="{62C3FEB0-0A30-7273-797F-24712CEC0DC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69144" y="4212121"/>
            <a:ext cx="1587727" cy="400873"/>
          </a:xfrm>
          <a:prstGeom prst="rect">
            <a:avLst/>
          </a:prstGeom>
        </p:spPr>
      </p:pic>
      <p:pic>
        <p:nvPicPr>
          <p:cNvPr id="30" name="Picture 29" descr="Arxus logo features a vibrant red and black design with a distinctive, stylized arrow symbol.&#10;&#10;AI-generated content may be incorrect.">
            <a:extLst>
              <a:ext uri="{FF2B5EF4-FFF2-40B4-BE49-F238E27FC236}">
                <a16:creationId xmlns:a16="http://schemas.microsoft.com/office/drawing/2014/main" id="{560C24A3-B148-8B34-DB7F-A2B16D30EB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07708" y="4153879"/>
            <a:ext cx="1452548" cy="493559"/>
          </a:xfrm>
          <a:prstGeom prst="rect">
            <a:avLst/>
          </a:prstGeom>
        </p:spPr>
      </p:pic>
      <p:pic>
        <p:nvPicPr>
          <p:cNvPr id="31" name="Picture 30" descr="BRING IT ALL TOGETHER&#10;&#10;AI-generated content may be incorrect.">
            <a:extLst>
              <a:ext uri="{FF2B5EF4-FFF2-40B4-BE49-F238E27FC236}">
                <a16:creationId xmlns:a16="http://schemas.microsoft.com/office/drawing/2014/main" id="{DA49AB7A-D002-9EFF-7009-58EEABA47BD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67007" y="4198568"/>
            <a:ext cx="1699928" cy="537130"/>
          </a:xfrm>
          <a:prstGeom prst="rect">
            <a:avLst/>
          </a:prstGeom>
        </p:spPr>
      </p:pic>
      <p:pic>
        <p:nvPicPr>
          <p:cNvPr id="32" name="Graphic 31">
            <a:extLst>
              <a:ext uri="{FF2B5EF4-FFF2-40B4-BE49-F238E27FC236}">
                <a16:creationId xmlns:a16="http://schemas.microsoft.com/office/drawing/2014/main" id="{D2DE14DF-3299-96EB-8C2A-21715D6978B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73471" y="4267000"/>
            <a:ext cx="2617479" cy="305524"/>
          </a:xfrm>
          <a:prstGeom prst="rect">
            <a:avLst/>
          </a:prstGeom>
        </p:spPr>
      </p:pic>
      <p:pic>
        <p:nvPicPr>
          <p:cNvPr id="33" name="Picture 32" descr="Obsidian.&#10;&#10;AI-generated content may be incorrect.">
            <a:extLst>
              <a:ext uri="{FF2B5EF4-FFF2-40B4-BE49-F238E27FC236}">
                <a16:creationId xmlns:a16="http://schemas.microsoft.com/office/drawing/2014/main" id="{3BAD3FB1-8773-AF17-439E-97183774BA2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207714" y="3936884"/>
            <a:ext cx="1422391" cy="1066793"/>
          </a:xfrm>
          <a:prstGeom prst="rect">
            <a:avLst/>
          </a:prstGeom>
        </p:spPr>
      </p:pic>
      <p:pic>
        <p:nvPicPr>
          <p:cNvPr id="34" name="Picture 33" descr="Windows Deployment Reimagined.&#10;&#10;AI-generated content may be incorrect.">
            <a:extLst>
              <a:ext uri="{FF2B5EF4-FFF2-40B4-BE49-F238E27FC236}">
                <a16:creationId xmlns:a16="http://schemas.microsoft.com/office/drawing/2014/main" id="{F4CDE315-9268-3DDB-3DD9-E8BB0D1E322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356871" y="1859254"/>
            <a:ext cx="2031623" cy="521748"/>
          </a:xfrm>
          <a:prstGeom prst="rect">
            <a:avLst/>
          </a:prstGeom>
        </p:spPr>
      </p:pic>
      <p:pic>
        <p:nvPicPr>
          <p:cNvPr id="35" name="Picture 34" descr="SENTE&#10;&#10;AI-generated content may be incorrect.">
            <a:extLst>
              <a:ext uri="{FF2B5EF4-FFF2-40B4-BE49-F238E27FC236}">
                <a16:creationId xmlns:a16="http://schemas.microsoft.com/office/drawing/2014/main" id="{066ACE7A-679C-26A8-0C8F-329055C1C66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722395" y="1848701"/>
            <a:ext cx="2127869" cy="382190"/>
          </a:xfrm>
          <a:prstGeom prst="rect">
            <a:avLst/>
          </a:prstGeom>
        </p:spPr>
      </p:pic>
    </p:spTree>
    <p:extLst>
      <p:ext uri="{BB962C8B-B14F-4D97-AF65-F5344CB8AC3E}">
        <p14:creationId xmlns:p14="http://schemas.microsoft.com/office/powerpoint/2010/main" val="553138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874945-BC3B-4E7F-4530-F3A04DF401EA}"/>
              </a:ext>
            </a:extLst>
          </p:cNvPr>
          <p:cNvSpPr>
            <a:spLocks noGrp="1"/>
          </p:cNvSpPr>
          <p:nvPr>
            <p:ph sz="quarter" idx="15"/>
          </p:nvPr>
        </p:nvSpPr>
        <p:spPr>
          <a:xfrm>
            <a:off x="587826" y="2021775"/>
            <a:ext cx="3345549" cy="384969"/>
          </a:xfrm>
        </p:spPr>
        <p:txBody>
          <a:bodyPr/>
          <a:lstStyle/>
          <a:p>
            <a:r>
              <a:rPr lang="en-US" dirty="0"/>
              <a:t>Sebastiaan de Wolf</a:t>
            </a:r>
            <a:endParaRPr lang="en-BE" dirty="0"/>
          </a:p>
        </p:txBody>
      </p:sp>
      <p:sp>
        <p:nvSpPr>
          <p:cNvPr id="5" name="Content Placeholder 4">
            <a:extLst>
              <a:ext uri="{FF2B5EF4-FFF2-40B4-BE49-F238E27FC236}">
                <a16:creationId xmlns:a16="http://schemas.microsoft.com/office/drawing/2014/main" id="{681B7AB9-F251-C390-7B45-FF5EAD2CDA92}"/>
              </a:ext>
            </a:extLst>
          </p:cNvPr>
          <p:cNvSpPr>
            <a:spLocks noGrp="1"/>
          </p:cNvSpPr>
          <p:nvPr>
            <p:ph sz="quarter" idx="17"/>
          </p:nvPr>
        </p:nvSpPr>
        <p:spPr>
          <a:xfrm>
            <a:off x="566052" y="3454927"/>
            <a:ext cx="3345549" cy="720231"/>
          </a:xfrm>
        </p:spPr>
        <p:txBody>
          <a:bodyPr>
            <a:normAutofit/>
          </a:bodyPr>
          <a:lstStyle/>
          <a:p>
            <a:r>
              <a:rPr lang="en-US" dirty="0"/>
              <a:t>Automation Engineer</a:t>
            </a:r>
            <a:br>
              <a:rPr lang="en-US" dirty="0"/>
            </a:br>
            <a:r>
              <a:rPr lang="en-US" dirty="0"/>
              <a:t>@ </a:t>
            </a:r>
            <a:r>
              <a:rPr lang="en-US" dirty="0" err="1"/>
              <a:t>Arxus</a:t>
            </a:r>
            <a:endParaRPr lang="en-US" dirty="0"/>
          </a:p>
          <a:p>
            <a:endParaRPr lang="en-BE" dirty="0"/>
          </a:p>
        </p:txBody>
      </p:sp>
      <p:sp>
        <p:nvSpPr>
          <p:cNvPr id="7" name="Content Placeholder 6">
            <a:extLst>
              <a:ext uri="{FF2B5EF4-FFF2-40B4-BE49-F238E27FC236}">
                <a16:creationId xmlns:a16="http://schemas.microsoft.com/office/drawing/2014/main" id="{EEF8E66D-953E-0CBE-8789-0E89AA6011C7}"/>
              </a:ext>
            </a:extLst>
          </p:cNvPr>
          <p:cNvSpPr>
            <a:spLocks noGrp="1"/>
          </p:cNvSpPr>
          <p:nvPr>
            <p:ph sz="quarter" idx="19"/>
          </p:nvPr>
        </p:nvSpPr>
        <p:spPr>
          <a:xfrm>
            <a:off x="587826" y="5074567"/>
            <a:ext cx="3345549" cy="349770"/>
          </a:xfrm>
        </p:spPr>
        <p:txBody>
          <a:bodyPr>
            <a:normAutofit fontScale="92500" lnSpcReduction="10000"/>
          </a:bodyPr>
          <a:lstStyle/>
          <a:p>
            <a:r>
              <a:rPr lang="en-US" dirty="0">
                <a:hlinkClick r:id="rId2"/>
              </a:rPr>
              <a:t>LinkedIn</a:t>
            </a:r>
            <a:endParaRPr lang="en-US" dirty="0"/>
          </a:p>
        </p:txBody>
      </p:sp>
      <p:sp>
        <p:nvSpPr>
          <p:cNvPr id="9" name="Content Placeholder 8">
            <a:extLst>
              <a:ext uri="{FF2B5EF4-FFF2-40B4-BE49-F238E27FC236}">
                <a16:creationId xmlns:a16="http://schemas.microsoft.com/office/drawing/2014/main" id="{ABA8439E-0E09-FC1F-3522-59923DC4F9B2}"/>
              </a:ext>
            </a:extLst>
          </p:cNvPr>
          <p:cNvSpPr>
            <a:spLocks noGrp="1"/>
          </p:cNvSpPr>
          <p:nvPr>
            <p:ph sz="quarter" idx="21"/>
          </p:nvPr>
        </p:nvSpPr>
        <p:spPr>
          <a:xfrm>
            <a:off x="8133733" y="5056968"/>
            <a:ext cx="3455922" cy="384969"/>
          </a:xfrm>
        </p:spPr>
        <p:txBody>
          <a:bodyPr>
            <a:normAutofit/>
          </a:bodyPr>
          <a:lstStyle/>
          <a:p>
            <a:r>
              <a:rPr lang="en-US" dirty="0" err="1">
                <a:hlinkClick r:id="rId3"/>
              </a:rPr>
              <a:t>Github</a:t>
            </a:r>
            <a:endParaRPr lang="en-US" dirty="0"/>
          </a:p>
        </p:txBody>
      </p:sp>
      <p:sp>
        <p:nvSpPr>
          <p:cNvPr id="11" name="Content Placeholder 10">
            <a:extLst>
              <a:ext uri="{FF2B5EF4-FFF2-40B4-BE49-F238E27FC236}">
                <a16:creationId xmlns:a16="http://schemas.microsoft.com/office/drawing/2014/main" id="{964D7FD0-21E1-5B1E-DF5E-AB8BA7B05C13}"/>
              </a:ext>
            </a:extLst>
          </p:cNvPr>
          <p:cNvSpPr>
            <a:spLocks noGrp="1"/>
          </p:cNvSpPr>
          <p:nvPr>
            <p:ph sz="quarter" idx="23"/>
          </p:nvPr>
        </p:nvSpPr>
        <p:spPr>
          <a:xfrm>
            <a:off x="8170026" y="3561827"/>
            <a:ext cx="3455922" cy="384969"/>
          </a:xfrm>
        </p:spPr>
        <p:txBody>
          <a:bodyPr/>
          <a:lstStyle/>
          <a:p>
            <a:r>
              <a:rPr lang="en-US" dirty="0"/>
              <a:t>Graph Enthusiast</a:t>
            </a:r>
          </a:p>
          <a:p>
            <a:endParaRPr lang="en-BE" dirty="0"/>
          </a:p>
        </p:txBody>
      </p:sp>
      <p:sp>
        <p:nvSpPr>
          <p:cNvPr id="13" name="Content Placeholder 12">
            <a:extLst>
              <a:ext uri="{FF2B5EF4-FFF2-40B4-BE49-F238E27FC236}">
                <a16:creationId xmlns:a16="http://schemas.microsoft.com/office/drawing/2014/main" id="{B11A2F20-389B-3E44-60E0-4A48EB70B003}"/>
              </a:ext>
            </a:extLst>
          </p:cNvPr>
          <p:cNvSpPr>
            <a:spLocks noGrp="1"/>
          </p:cNvSpPr>
          <p:nvPr>
            <p:ph sz="quarter" idx="26"/>
          </p:nvPr>
        </p:nvSpPr>
        <p:spPr>
          <a:xfrm>
            <a:off x="8133733" y="2021775"/>
            <a:ext cx="3455922" cy="384969"/>
          </a:xfrm>
        </p:spPr>
        <p:txBody>
          <a:bodyPr/>
          <a:lstStyle/>
          <a:p>
            <a:r>
              <a:rPr lang="en-US" dirty="0"/>
              <a:t>M365 &amp; Azure background</a:t>
            </a:r>
          </a:p>
          <a:p>
            <a:endParaRPr lang="en-BE" dirty="0"/>
          </a:p>
          <a:p>
            <a:endParaRPr lang="en-BE" dirty="0"/>
          </a:p>
        </p:txBody>
      </p:sp>
      <p:sp>
        <p:nvSpPr>
          <p:cNvPr id="15" name="Text Placeholder 14">
            <a:extLst>
              <a:ext uri="{FF2B5EF4-FFF2-40B4-BE49-F238E27FC236}">
                <a16:creationId xmlns:a16="http://schemas.microsoft.com/office/drawing/2014/main" id="{0FFBE224-08AA-5A4B-F88D-FA3047FDE029}"/>
              </a:ext>
            </a:extLst>
          </p:cNvPr>
          <p:cNvSpPr>
            <a:spLocks noGrp="1"/>
          </p:cNvSpPr>
          <p:nvPr>
            <p:ph type="body" sz="quarter" idx="25"/>
          </p:nvPr>
        </p:nvSpPr>
        <p:spPr/>
        <p:txBody>
          <a:bodyPr/>
          <a:lstStyle/>
          <a:p>
            <a:r>
              <a:rPr lang="en-BE" dirty="0"/>
              <a:t>About Me</a:t>
            </a:r>
          </a:p>
        </p:txBody>
      </p:sp>
      <p:pic>
        <p:nvPicPr>
          <p:cNvPr id="16" name="Picture Placeholder 2">
            <a:extLst>
              <a:ext uri="{FF2B5EF4-FFF2-40B4-BE49-F238E27FC236}">
                <a16:creationId xmlns:a16="http://schemas.microsoft.com/office/drawing/2014/main" id="{9A96C5AE-38FA-CE51-FFEA-EF4EFD982A8B}"/>
              </a:ext>
            </a:extLst>
          </p:cNvPr>
          <p:cNvPicPr>
            <a:picLocks noChangeAspect="1"/>
          </p:cNvPicPr>
          <p:nvPr/>
        </p:nvPicPr>
        <p:blipFill>
          <a:blip r:embed="rId4">
            <a:extLst>
              <a:ext uri="{28A0092B-C50C-407E-A947-70E740481C1C}">
                <a14:useLocalDpi xmlns:a14="http://schemas.microsoft.com/office/drawing/2010/main" val="0"/>
              </a:ext>
            </a:extLst>
          </a:blip>
          <a:srcRect l="28" r="28"/>
          <a:stretch>
            <a:fillRect/>
          </a:stretch>
        </p:blipFill>
        <p:spPr>
          <a:xfrm>
            <a:off x="5274247" y="2885051"/>
            <a:ext cx="1643505" cy="1643505"/>
          </a:xfrm>
          <a:prstGeom prst="ellipse">
            <a:avLst/>
          </a:prstGeom>
          <a:ln w="76200">
            <a:solidFill>
              <a:srgbClr val="E5B417"/>
            </a:solidFill>
          </a:ln>
        </p:spPr>
      </p:pic>
    </p:spTree>
    <p:extLst>
      <p:ext uri="{BB962C8B-B14F-4D97-AF65-F5344CB8AC3E}">
        <p14:creationId xmlns:p14="http://schemas.microsoft.com/office/powerpoint/2010/main" val="1036568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D26762-1B9F-B365-DBFB-EB1D40EE78F6}"/>
              </a:ext>
            </a:extLst>
          </p:cNvPr>
          <p:cNvSpPr>
            <a:spLocks noGrp="1"/>
          </p:cNvSpPr>
          <p:nvPr>
            <p:ph type="body" sz="quarter" idx="25"/>
          </p:nvPr>
        </p:nvSpPr>
        <p:spPr/>
        <p:txBody>
          <a:bodyPr/>
          <a:lstStyle/>
          <a:p>
            <a:r>
              <a:rPr lang="en-BE" dirty="0"/>
              <a:t>Agenda</a:t>
            </a:r>
          </a:p>
        </p:txBody>
      </p:sp>
      <p:sp>
        <p:nvSpPr>
          <p:cNvPr id="3" name="Content Placeholder 2">
            <a:extLst>
              <a:ext uri="{FF2B5EF4-FFF2-40B4-BE49-F238E27FC236}">
                <a16:creationId xmlns:a16="http://schemas.microsoft.com/office/drawing/2014/main" id="{C34070BF-D1FB-325C-1F77-A1C71D545DEA}"/>
              </a:ext>
            </a:extLst>
          </p:cNvPr>
          <p:cNvSpPr>
            <a:spLocks noGrp="1"/>
          </p:cNvSpPr>
          <p:nvPr>
            <p:ph sz="quarter" idx="15"/>
          </p:nvPr>
        </p:nvSpPr>
        <p:spPr/>
        <p:txBody>
          <a:bodyPr/>
          <a:lstStyle/>
          <a:p>
            <a:r>
              <a:rPr lang="en-US" dirty="0"/>
              <a:t>What is available?</a:t>
            </a:r>
          </a:p>
          <a:p>
            <a:endParaRPr lang="en-BE" dirty="0"/>
          </a:p>
        </p:txBody>
      </p:sp>
      <p:sp>
        <p:nvSpPr>
          <p:cNvPr id="4" name="Content Placeholder 3">
            <a:extLst>
              <a:ext uri="{FF2B5EF4-FFF2-40B4-BE49-F238E27FC236}">
                <a16:creationId xmlns:a16="http://schemas.microsoft.com/office/drawing/2014/main" id="{53150FFF-0296-928F-C9EB-C571283104C8}"/>
              </a:ext>
            </a:extLst>
          </p:cNvPr>
          <p:cNvSpPr>
            <a:spLocks noGrp="1"/>
          </p:cNvSpPr>
          <p:nvPr>
            <p:ph sz="quarter" idx="26"/>
          </p:nvPr>
        </p:nvSpPr>
        <p:spPr/>
        <p:txBody>
          <a:bodyPr/>
          <a:lstStyle/>
          <a:p>
            <a:endParaRPr lang="en-BE"/>
          </a:p>
        </p:txBody>
      </p:sp>
      <p:sp>
        <p:nvSpPr>
          <p:cNvPr id="5" name="Content Placeholder 4">
            <a:extLst>
              <a:ext uri="{FF2B5EF4-FFF2-40B4-BE49-F238E27FC236}">
                <a16:creationId xmlns:a16="http://schemas.microsoft.com/office/drawing/2014/main" id="{A76416FB-C95B-6EBC-736A-55F40DD5A51B}"/>
              </a:ext>
            </a:extLst>
          </p:cNvPr>
          <p:cNvSpPr>
            <a:spLocks noGrp="1"/>
          </p:cNvSpPr>
          <p:nvPr>
            <p:ph sz="quarter" idx="27"/>
          </p:nvPr>
        </p:nvSpPr>
        <p:spPr/>
        <p:txBody>
          <a:bodyPr/>
          <a:lstStyle/>
          <a:p>
            <a:r>
              <a:rPr lang="en-US" dirty="0"/>
              <a:t>What is possible?</a:t>
            </a:r>
          </a:p>
          <a:p>
            <a:endParaRPr lang="en-BE" dirty="0"/>
          </a:p>
        </p:txBody>
      </p:sp>
      <p:sp>
        <p:nvSpPr>
          <p:cNvPr id="6" name="Content Placeholder 5">
            <a:extLst>
              <a:ext uri="{FF2B5EF4-FFF2-40B4-BE49-F238E27FC236}">
                <a16:creationId xmlns:a16="http://schemas.microsoft.com/office/drawing/2014/main" id="{4DE22D79-5419-3B8C-A02D-6761C4615CE9}"/>
              </a:ext>
            </a:extLst>
          </p:cNvPr>
          <p:cNvSpPr>
            <a:spLocks noGrp="1"/>
          </p:cNvSpPr>
          <p:nvPr>
            <p:ph sz="quarter" idx="28"/>
          </p:nvPr>
        </p:nvSpPr>
        <p:spPr/>
        <p:txBody>
          <a:bodyPr/>
          <a:lstStyle/>
          <a:p>
            <a:endParaRPr lang="en-BE"/>
          </a:p>
        </p:txBody>
      </p:sp>
      <p:sp>
        <p:nvSpPr>
          <p:cNvPr id="7" name="Content Placeholder 6">
            <a:extLst>
              <a:ext uri="{FF2B5EF4-FFF2-40B4-BE49-F238E27FC236}">
                <a16:creationId xmlns:a16="http://schemas.microsoft.com/office/drawing/2014/main" id="{15AA0AFC-1C37-BEE4-FEE0-503C53DB04CD}"/>
              </a:ext>
            </a:extLst>
          </p:cNvPr>
          <p:cNvSpPr>
            <a:spLocks noGrp="1"/>
          </p:cNvSpPr>
          <p:nvPr>
            <p:ph sz="quarter" idx="29"/>
          </p:nvPr>
        </p:nvSpPr>
        <p:spPr/>
        <p:txBody>
          <a:bodyPr/>
          <a:lstStyle/>
          <a:p>
            <a:r>
              <a:rPr lang="en-US" dirty="0"/>
              <a:t>What do you need?</a:t>
            </a:r>
          </a:p>
          <a:p>
            <a:endParaRPr lang="en-BE" dirty="0"/>
          </a:p>
        </p:txBody>
      </p:sp>
      <p:sp>
        <p:nvSpPr>
          <p:cNvPr id="8" name="Content Placeholder 7">
            <a:extLst>
              <a:ext uri="{FF2B5EF4-FFF2-40B4-BE49-F238E27FC236}">
                <a16:creationId xmlns:a16="http://schemas.microsoft.com/office/drawing/2014/main" id="{0B5FDC7D-F604-64B8-A7FA-248574E5E7DD}"/>
              </a:ext>
            </a:extLst>
          </p:cNvPr>
          <p:cNvSpPr>
            <a:spLocks noGrp="1"/>
          </p:cNvSpPr>
          <p:nvPr>
            <p:ph sz="quarter" idx="30"/>
          </p:nvPr>
        </p:nvSpPr>
        <p:spPr/>
        <p:txBody>
          <a:bodyPr/>
          <a:lstStyle/>
          <a:p>
            <a:endParaRPr lang="en-BE"/>
          </a:p>
        </p:txBody>
      </p:sp>
      <p:sp>
        <p:nvSpPr>
          <p:cNvPr id="9" name="Content Placeholder 8">
            <a:extLst>
              <a:ext uri="{FF2B5EF4-FFF2-40B4-BE49-F238E27FC236}">
                <a16:creationId xmlns:a16="http://schemas.microsoft.com/office/drawing/2014/main" id="{317861DC-BCB7-8347-F4E7-3CD50E13E1FD}"/>
              </a:ext>
            </a:extLst>
          </p:cNvPr>
          <p:cNvSpPr>
            <a:spLocks noGrp="1"/>
          </p:cNvSpPr>
          <p:nvPr>
            <p:ph sz="quarter" idx="31"/>
          </p:nvPr>
        </p:nvSpPr>
        <p:spPr>
          <a:xfrm>
            <a:off x="7989605" y="1979934"/>
            <a:ext cx="2975929" cy="762937"/>
          </a:xfrm>
        </p:spPr>
        <p:txBody>
          <a:bodyPr>
            <a:normAutofit/>
          </a:bodyPr>
          <a:lstStyle/>
          <a:p>
            <a:r>
              <a:rPr lang="en-US" dirty="0"/>
              <a:t>What does a possible finished flow look like?</a:t>
            </a:r>
          </a:p>
          <a:p>
            <a:endParaRPr lang="en-BE" dirty="0"/>
          </a:p>
        </p:txBody>
      </p:sp>
      <p:sp>
        <p:nvSpPr>
          <p:cNvPr id="11" name="Content Placeholder 10">
            <a:extLst>
              <a:ext uri="{FF2B5EF4-FFF2-40B4-BE49-F238E27FC236}">
                <a16:creationId xmlns:a16="http://schemas.microsoft.com/office/drawing/2014/main" id="{F00E7B30-E725-82DB-8F3C-039742FFB67E}"/>
              </a:ext>
            </a:extLst>
          </p:cNvPr>
          <p:cNvSpPr>
            <a:spLocks noGrp="1"/>
          </p:cNvSpPr>
          <p:nvPr>
            <p:ph sz="quarter" idx="33"/>
          </p:nvPr>
        </p:nvSpPr>
        <p:spPr/>
        <p:txBody>
          <a:bodyPr/>
          <a:lstStyle/>
          <a:p>
            <a:r>
              <a:rPr lang="en-US" dirty="0"/>
              <a:t>Example demo</a:t>
            </a:r>
            <a:endParaRPr lang="en-BE" dirty="0"/>
          </a:p>
        </p:txBody>
      </p:sp>
      <p:sp>
        <p:nvSpPr>
          <p:cNvPr id="12" name="Content Placeholder 11">
            <a:extLst>
              <a:ext uri="{FF2B5EF4-FFF2-40B4-BE49-F238E27FC236}">
                <a16:creationId xmlns:a16="http://schemas.microsoft.com/office/drawing/2014/main" id="{E593F107-F27B-BA38-A06D-DDB4291E9866}"/>
              </a:ext>
            </a:extLst>
          </p:cNvPr>
          <p:cNvSpPr>
            <a:spLocks noGrp="1"/>
          </p:cNvSpPr>
          <p:nvPr>
            <p:ph sz="quarter" idx="34"/>
          </p:nvPr>
        </p:nvSpPr>
        <p:spPr/>
        <p:txBody>
          <a:bodyPr/>
          <a:lstStyle/>
          <a:p>
            <a:endParaRPr lang="en-BE"/>
          </a:p>
        </p:txBody>
      </p:sp>
      <p:sp>
        <p:nvSpPr>
          <p:cNvPr id="13" name="Content Placeholder 12">
            <a:extLst>
              <a:ext uri="{FF2B5EF4-FFF2-40B4-BE49-F238E27FC236}">
                <a16:creationId xmlns:a16="http://schemas.microsoft.com/office/drawing/2014/main" id="{BDDF6076-A696-C881-0729-03D8D746D513}"/>
              </a:ext>
            </a:extLst>
          </p:cNvPr>
          <p:cNvSpPr>
            <a:spLocks noGrp="1"/>
          </p:cNvSpPr>
          <p:nvPr>
            <p:ph sz="quarter" idx="35"/>
          </p:nvPr>
        </p:nvSpPr>
        <p:spPr/>
        <p:txBody>
          <a:bodyPr/>
          <a:lstStyle/>
          <a:p>
            <a:r>
              <a:rPr lang="en-US" dirty="0"/>
              <a:t>Q&amp;A</a:t>
            </a:r>
            <a:endParaRPr lang="en-BE" dirty="0"/>
          </a:p>
        </p:txBody>
      </p:sp>
      <p:sp>
        <p:nvSpPr>
          <p:cNvPr id="14" name="Content Placeholder 13">
            <a:extLst>
              <a:ext uri="{FF2B5EF4-FFF2-40B4-BE49-F238E27FC236}">
                <a16:creationId xmlns:a16="http://schemas.microsoft.com/office/drawing/2014/main" id="{8C6A0A14-B7B3-32B0-38A8-65E5A0A71A9A}"/>
              </a:ext>
            </a:extLst>
          </p:cNvPr>
          <p:cNvSpPr>
            <a:spLocks noGrp="1"/>
          </p:cNvSpPr>
          <p:nvPr>
            <p:ph sz="quarter" idx="36"/>
          </p:nvPr>
        </p:nvSpPr>
        <p:spPr/>
        <p:txBody>
          <a:bodyPr/>
          <a:lstStyle/>
          <a:p>
            <a:endParaRPr lang="en-BE"/>
          </a:p>
        </p:txBody>
      </p:sp>
    </p:spTree>
    <p:extLst>
      <p:ext uri="{BB962C8B-B14F-4D97-AF65-F5344CB8AC3E}">
        <p14:creationId xmlns:p14="http://schemas.microsoft.com/office/powerpoint/2010/main" val="239647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1000"/>
                                        <p:tgtEl>
                                          <p:spTgt spid="5">
                                            <p:txEl>
                                              <p:pRg st="0" end="0"/>
                                            </p:txEl>
                                          </p:spTgt>
                                        </p:tgtEl>
                                      </p:cBhvr>
                                    </p:animEffect>
                                    <p:anim calcmode="lin" valueType="num">
                                      <p:cBhvr>
                                        <p:cTn id="1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000"/>
                                        <p:tgtEl>
                                          <p:spTgt spid="7">
                                            <p:txEl>
                                              <p:pRg st="0" end="0"/>
                                            </p:txEl>
                                          </p:spTgt>
                                        </p:tgtEl>
                                      </p:cBhvr>
                                    </p:animEffect>
                                    <p:anim calcmode="lin" valueType="num">
                                      <p:cBhvr>
                                        <p:cTn id="20"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fade">
                                      <p:cBhvr>
                                        <p:cTn id="25" dur="1000"/>
                                        <p:tgtEl>
                                          <p:spTgt spid="9">
                                            <p:txEl>
                                              <p:pRg st="0" end="0"/>
                                            </p:txEl>
                                          </p:spTgt>
                                        </p:tgtEl>
                                      </p:cBhvr>
                                    </p:animEffect>
                                    <p:anim calcmode="lin" valueType="num">
                                      <p:cBhvr>
                                        <p:cTn id="26"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animEffect transition="in" filter="fade">
                                      <p:cBhvr>
                                        <p:cTn id="31" dur="1000"/>
                                        <p:tgtEl>
                                          <p:spTgt spid="11">
                                            <p:txEl>
                                              <p:pRg st="0" end="0"/>
                                            </p:txEl>
                                          </p:spTgt>
                                        </p:tgtEl>
                                      </p:cBhvr>
                                    </p:animEffect>
                                    <p:anim calcmode="lin" valueType="num">
                                      <p:cBhvr>
                                        <p:cTn id="32"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fade">
                                      <p:cBhvr>
                                        <p:cTn id="37" dur="1000"/>
                                        <p:tgtEl>
                                          <p:spTgt spid="13">
                                            <p:txEl>
                                              <p:pRg st="0" end="0"/>
                                            </p:txEl>
                                          </p:spTgt>
                                        </p:tgtEl>
                                      </p:cBhvr>
                                    </p:animEffect>
                                    <p:anim calcmode="lin" valueType="num">
                                      <p:cBhvr>
                                        <p:cTn id="3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7" grpId="0" build="p"/>
      <p:bldP spid="9" grpId="0" build="p"/>
      <p:bldP spid="1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17DB-A06D-765A-B7C4-4FCF6FB9E49A}"/>
              </a:ext>
            </a:extLst>
          </p:cNvPr>
          <p:cNvSpPr>
            <a:spLocks noGrp="1"/>
          </p:cNvSpPr>
          <p:nvPr>
            <p:ph type="title"/>
          </p:nvPr>
        </p:nvSpPr>
        <p:spPr/>
        <p:txBody>
          <a:bodyPr/>
          <a:lstStyle/>
          <a:p>
            <a:r>
              <a:rPr lang="en-US" b="1" dirty="0"/>
              <a:t>What is available?</a:t>
            </a:r>
          </a:p>
        </p:txBody>
      </p:sp>
      <p:sp>
        <p:nvSpPr>
          <p:cNvPr id="3" name="Text Placeholder 2">
            <a:extLst>
              <a:ext uri="{FF2B5EF4-FFF2-40B4-BE49-F238E27FC236}">
                <a16:creationId xmlns:a16="http://schemas.microsoft.com/office/drawing/2014/main" id="{79C21BF2-1D5F-6A90-0AC9-6F3AF4ECA2F8}"/>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1375848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2D4EA8-5669-4DCA-7606-DDA78A42C85E}"/>
              </a:ext>
            </a:extLst>
          </p:cNvPr>
          <p:cNvSpPr>
            <a:spLocks noGrp="1"/>
          </p:cNvSpPr>
          <p:nvPr>
            <p:ph type="body" sz="quarter" idx="25"/>
          </p:nvPr>
        </p:nvSpPr>
        <p:spPr/>
        <p:txBody>
          <a:bodyPr/>
          <a:lstStyle/>
          <a:p>
            <a:r>
              <a:rPr lang="en-US" dirty="0"/>
              <a:t>Intune</a:t>
            </a:r>
            <a:endParaRPr lang="en-BE" dirty="0"/>
          </a:p>
        </p:txBody>
      </p:sp>
      <p:sp>
        <p:nvSpPr>
          <p:cNvPr id="3" name="Text Placeholder 42">
            <a:extLst>
              <a:ext uri="{FF2B5EF4-FFF2-40B4-BE49-F238E27FC236}">
                <a16:creationId xmlns:a16="http://schemas.microsoft.com/office/drawing/2014/main" id="{1D617134-BEF3-01D2-4B02-1CC28EE0417F}"/>
              </a:ext>
            </a:extLst>
          </p:cNvPr>
          <p:cNvSpPr txBox="1">
            <a:spLocks/>
          </p:cNvSpPr>
          <p:nvPr/>
        </p:nvSpPr>
        <p:spPr>
          <a:xfrm>
            <a:off x="1695451" y="1485898"/>
            <a:ext cx="4648200" cy="4829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What does it have?</a:t>
            </a:r>
          </a:p>
          <a:p>
            <a:pPr marL="285750" indent="-285750"/>
            <a:r>
              <a:rPr lang="en-US" dirty="0"/>
              <a:t>Devices</a:t>
            </a:r>
          </a:p>
          <a:p>
            <a:pPr marL="285750" indent="-285750"/>
            <a:r>
              <a:rPr lang="en-US" dirty="0"/>
              <a:t>Applications</a:t>
            </a:r>
          </a:p>
          <a:p>
            <a:pPr marL="285750" indent="-285750"/>
            <a:r>
              <a:rPr lang="en-US" dirty="0"/>
              <a:t>Policies</a:t>
            </a:r>
          </a:p>
          <a:p>
            <a:pPr marL="285750" indent="-285750"/>
            <a:r>
              <a:rPr lang="en-US" dirty="0"/>
              <a:t>Built-in reports</a:t>
            </a:r>
          </a:p>
          <a:p>
            <a:pPr marL="285750" indent="-285750"/>
            <a:r>
              <a:rPr lang="en-US" dirty="0"/>
              <a:t>...</a:t>
            </a:r>
          </a:p>
        </p:txBody>
      </p:sp>
      <p:sp>
        <p:nvSpPr>
          <p:cNvPr id="4" name="Text Placeholder 42">
            <a:extLst>
              <a:ext uri="{FF2B5EF4-FFF2-40B4-BE49-F238E27FC236}">
                <a16:creationId xmlns:a16="http://schemas.microsoft.com/office/drawing/2014/main" id="{841444BE-3795-E31E-BADD-A391C85B942F}"/>
              </a:ext>
            </a:extLst>
          </p:cNvPr>
          <p:cNvSpPr txBox="1">
            <a:spLocks/>
          </p:cNvSpPr>
          <p:nvPr/>
        </p:nvSpPr>
        <p:spPr>
          <a:xfrm>
            <a:off x="7129463" y="1485899"/>
            <a:ext cx="4648200" cy="4829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What is missing?</a:t>
            </a:r>
          </a:p>
          <a:p>
            <a:pPr marL="285750" indent="-285750"/>
            <a:r>
              <a:rPr lang="en-US" dirty="0"/>
              <a:t>User-built reports</a:t>
            </a:r>
          </a:p>
          <a:p>
            <a:pPr marL="285750" indent="-285750"/>
            <a:r>
              <a:rPr lang="en-US" dirty="0"/>
              <a:t>Custom alerts</a:t>
            </a:r>
          </a:p>
        </p:txBody>
      </p:sp>
    </p:spTree>
    <p:extLst>
      <p:ext uri="{BB962C8B-B14F-4D97-AF65-F5344CB8AC3E}">
        <p14:creationId xmlns:p14="http://schemas.microsoft.com/office/powerpoint/2010/main" val="3499716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fade">
                                      <p:cBhvr>
                                        <p:cTn id="33" dur="500"/>
                                        <p:tgtEl>
                                          <p:spTgt spid="4">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fade">
                                      <p:cBhvr>
                                        <p:cTn id="38" dur="500"/>
                                        <p:tgtEl>
                                          <p:spTgt spid="4">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
                                            <p:txEl>
                                              <p:pRg st="2" end="2"/>
                                            </p:txEl>
                                          </p:spTgt>
                                        </p:tgtEl>
                                        <p:attrNameLst>
                                          <p:attrName>style.visibility</p:attrName>
                                        </p:attrNameLst>
                                      </p:cBhvr>
                                      <p:to>
                                        <p:strVal val="visible"/>
                                      </p:to>
                                    </p:set>
                                    <p:animEffect transition="in" filter="fade">
                                      <p:cBhvr>
                                        <p:cTn id="4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583CA9-68CD-D4D0-D3D0-0AA773D06892}"/>
              </a:ext>
            </a:extLst>
          </p:cNvPr>
          <p:cNvSpPr>
            <a:spLocks noGrp="1"/>
          </p:cNvSpPr>
          <p:nvPr>
            <p:ph type="body" sz="quarter" idx="25"/>
          </p:nvPr>
        </p:nvSpPr>
        <p:spPr/>
        <p:txBody>
          <a:bodyPr/>
          <a:lstStyle/>
          <a:p>
            <a:r>
              <a:rPr lang="en-US" dirty="0"/>
              <a:t>Nice-to-have examples</a:t>
            </a:r>
          </a:p>
        </p:txBody>
      </p:sp>
      <p:sp>
        <p:nvSpPr>
          <p:cNvPr id="3" name="Text Placeholder 42">
            <a:extLst>
              <a:ext uri="{FF2B5EF4-FFF2-40B4-BE49-F238E27FC236}">
                <a16:creationId xmlns:a16="http://schemas.microsoft.com/office/drawing/2014/main" id="{B5B7DDE9-5D77-98C2-F107-88B34081CFF6}"/>
              </a:ext>
            </a:extLst>
          </p:cNvPr>
          <p:cNvSpPr txBox="1">
            <a:spLocks/>
          </p:cNvSpPr>
          <p:nvPr/>
        </p:nvSpPr>
        <p:spPr>
          <a:xfrm>
            <a:off x="1695450" y="1485898"/>
            <a:ext cx="10125073" cy="4829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t>Noncompliant devices with offending rules in compliance policies</a:t>
            </a:r>
          </a:p>
          <a:p>
            <a:pPr marL="285750" indent="-285750"/>
            <a:r>
              <a:rPr lang="en-US" dirty="0"/>
              <a:t>Not up-to-date devices</a:t>
            </a:r>
          </a:p>
          <a:p>
            <a:pPr marL="285750" indent="-285750"/>
            <a:r>
              <a:rPr lang="en-US" dirty="0"/>
              <a:t>Empty configuration policies that haven’t been touched for a while</a:t>
            </a:r>
          </a:p>
          <a:p>
            <a:pPr marL="285750" indent="-285750"/>
            <a:r>
              <a:rPr lang="en-US" dirty="0"/>
              <a:t>Historical device performance based on model</a:t>
            </a:r>
          </a:p>
          <a:p>
            <a:pPr marL="285750" indent="-285750"/>
            <a:r>
              <a:rPr lang="en-US" dirty="0"/>
              <a:t>...</a:t>
            </a:r>
          </a:p>
        </p:txBody>
      </p:sp>
    </p:spTree>
    <p:extLst>
      <p:ext uri="{BB962C8B-B14F-4D97-AF65-F5344CB8AC3E}">
        <p14:creationId xmlns:p14="http://schemas.microsoft.com/office/powerpoint/2010/main" val="337549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3FE392-FCF5-CDA6-5F89-39734C9C2AD1}"/>
              </a:ext>
            </a:extLst>
          </p:cNvPr>
          <p:cNvSpPr>
            <a:spLocks noGrp="1"/>
          </p:cNvSpPr>
          <p:nvPr>
            <p:ph type="body" sz="quarter" idx="25"/>
          </p:nvPr>
        </p:nvSpPr>
        <p:spPr/>
        <p:txBody>
          <a:bodyPr/>
          <a:lstStyle/>
          <a:p>
            <a:endParaRPr lang="en-US" dirty="0"/>
          </a:p>
        </p:txBody>
      </p:sp>
      <p:sp>
        <p:nvSpPr>
          <p:cNvPr id="3" name="Title 1">
            <a:extLst>
              <a:ext uri="{FF2B5EF4-FFF2-40B4-BE49-F238E27FC236}">
                <a16:creationId xmlns:a16="http://schemas.microsoft.com/office/drawing/2014/main" id="{79FCAEE8-AD58-8FEE-8524-F8A555DA282D}"/>
              </a:ext>
            </a:extLst>
          </p:cNvPr>
          <p:cNvSpPr txBox="1">
            <a:spLocks/>
          </p:cNvSpPr>
          <p:nvPr/>
        </p:nvSpPr>
        <p:spPr>
          <a:xfrm>
            <a:off x="1621632" y="3153208"/>
            <a:ext cx="5292124" cy="2743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We’ll do it ourselves!</a:t>
            </a:r>
          </a:p>
        </p:txBody>
      </p:sp>
      <p:pic>
        <p:nvPicPr>
          <p:cNvPr id="4" name="Picture Placeholder 7">
            <a:extLst>
              <a:ext uri="{FF2B5EF4-FFF2-40B4-BE49-F238E27FC236}">
                <a16:creationId xmlns:a16="http://schemas.microsoft.com/office/drawing/2014/main" id="{66E430FC-0308-171E-60F4-E8F039167170}"/>
              </a:ext>
            </a:extLst>
          </p:cNvPr>
          <p:cNvPicPr>
            <a:picLocks noChangeAspect="1"/>
          </p:cNvPicPr>
          <p:nvPr/>
        </p:nvPicPr>
        <p:blipFill>
          <a:blip r:embed="rId2"/>
          <a:srcRect l="5099" r="5099"/>
          <a:stretch>
            <a:fillRect/>
          </a:stretch>
        </p:blipFill>
        <p:spPr>
          <a:xfrm>
            <a:off x="7129463" y="1063435"/>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5" name="Text Placeholder 3">
            <a:extLst>
              <a:ext uri="{FF2B5EF4-FFF2-40B4-BE49-F238E27FC236}">
                <a16:creationId xmlns:a16="http://schemas.microsoft.com/office/drawing/2014/main" id="{F72B0386-8CA7-A0DF-2527-27F0CFB22420}"/>
              </a:ext>
            </a:extLst>
          </p:cNvPr>
          <p:cNvSpPr txBox="1">
            <a:spLocks/>
          </p:cNvSpPr>
          <p:nvPr/>
        </p:nvSpPr>
        <p:spPr>
          <a:xfrm>
            <a:off x="1621631" y="2229129"/>
            <a:ext cx="5292123" cy="760288"/>
          </a:xfrm>
          <a:prstGeom prst="rect">
            <a:avLst/>
          </a:prstGeom>
        </p:spPr>
        <p:txBody>
          <a:bodyPr anchor="b"/>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Since the tools on Intune are very limited...</a:t>
            </a:r>
          </a:p>
        </p:txBody>
      </p:sp>
    </p:spTree>
    <p:extLst>
      <p:ext uri="{BB962C8B-B14F-4D97-AF65-F5344CB8AC3E}">
        <p14:creationId xmlns:p14="http://schemas.microsoft.com/office/powerpoint/2010/main" val="251271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3851B-F6B3-7FDD-F8A5-3B09FAA01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B1B1F-9176-685C-775A-AA4A4C88ADE2}"/>
              </a:ext>
            </a:extLst>
          </p:cNvPr>
          <p:cNvSpPr>
            <a:spLocks noGrp="1"/>
          </p:cNvSpPr>
          <p:nvPr>
            <p:ph type="title"/>
          </p:nvPr>
        </p:nvSpPr>
        <p:spPr/>
        <p:txBody>
          <a:bodyPr/>
          <a:lstStyle/>
          <a:p>
            <a:r>
              <a:rPr lang="en-US" b="1" dirty="0"/>
              <a:t>What is possible?</a:t>
            </a:r>
          </a:p>
        </p:txBody>
      </p:sp>
      <p:sp>
        <p:nvSpPr>
          <p:cNvPr id="3" name="Text Placeholder 2">
            <a:extLst>
              <a:ext uri="{FF2B5EF4-FFF2-40B4-BE49-F238E27FC236}">
                <a16:creationId xmlns:a16="http://schemas.microsoft.com/office/drawing/2014/main" id="{C176B744-1D50-C1CD-2E6F-84FA2674D130}"/>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3674968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085DFE-872A-9B7B-1AD8-F2BDE8F78213}"/>
              </a:ext>
            </a:extLst>
          </p:cNvPr>
          <p:cNvSpPr>
            <a:spLocks noGrp="1"/>
          </p:cNvSpPr>
          <p:nvPr>
            <p:ph type="body" sz="quarter" idx="25"/>
          </p:nvPr>
        </p:nvSpPr>
        <p:spPr/>
        <p:txBody>
          <a:bodyPr/>
          <a:lstStyle/>
          <a:p>
            <a:r>
              <a:rPr lang="en-US" dirty="0"/>
              <a:t>Get data from Intune using the Graph API</a:t>
            </a:r>
          </a:p>
        </p:txBody>
      </p:sp>
      <p:sp>
        <p:nvSpPr>
          <p:cNvPr id="6" name="Text Placeholder 42">
            <a:extLst>
              <a:ext uri="{FF2B5EF4-FFF2-40B4-BE49-F238E27FC236}">
                <a16:creationId xmlns:a16="http://schemas.microsoft.com/office/drawing/2014/main" id="{7B1736C6-1933-C614-91DD-A6586C9F4326}"/>
              </a:ext>
            </a:extLst>
          </p:cNvPr>
          <p:cNvSpPr txBox="1">
            <a:spLocks/>
          </p:cNvSpPr>
          <p:nvPr/>
        </p:nvSpPr>
        <p:spPr>
          <a:xfrm>
            <a:off x="1695450" y="1485898"/>
            <a:ext cx="10125073" cy="4829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All data on the Intune portal </a:t>
            </a:r>
            <a:r>
              <a:rPr lang="en-US" dirty="0">
                <a:sym typeface="Wingdings" panose="05000000000000000000" pitchFamily="2" charset="2"/>
              </a:rPr>
              <a:t> comes from the Graph API</a:t>
            </a:r>
            <a:br>
              <a:rPr lang="en-US" dirty="0">
                <a:sym typeface="Wingdings" panose="05000000000000000000" pitchFamily="2" charset="2"/>
              </a:rPr>
            </a:br>
            <a:endParaRPr lang="en-US" dirty="0">
              <a:sym typeface="Wingdings" panose="05000000000000000000" pitchFamily="2" charset="2"/>
            </a:endParaRPr>
          </a:p>
          <a:p>
            <a:r>
              <a:rPr lang="en-US" dirty="0"/>
              <a:t>You can access this API yourself...</a:t>
            </a:r>
          </a:p>
          <a:p>
            <a:r>
              <a:rPr lang="en-US" dirty="0">
                <a:sym typeface="Wingdings" panose="05000000000000000000" pitchFamily="2" charset="2"/>
              </a:rPr>
              <a:t>Today!</a:t>
            </a:r>
          </a:p>
          <a:p>
            <a:r>
              <a:rPr lang="en-US" dirty="0">
                <a:sym typeface="Wingdings" panose="05000000000000000000" pitchFamily="2" charset="2"/>
              </a:rPr>
              <a:t>For free!</a:t>
            </a:r>
          </a:p>
          <a:p>
            <a:endParaRPr lang="en-US" dirty="0">
              <a:sym typeface="Wingdings" panose="05000000000000000000" pitchFamily="2" charset="2"/>
            </a:endParaRPr>
          </a:p>
          <a:p>
            <a:r>
              <a:rPr lang="en-US" dirty="0">
                <a:sym typeface="Wingdings" panose="05000000000000000000" pitchFamily="2" charset="2"/>
              </a:rPr>
              <a:t>Find documentation for this API </a:t>
            </a:r>
            <a:r>
              <a:rPr lang="en-US" dirty="0">
                <a:sym typeface="Wingdings" panose="05000000000000000000" pitchFamily="2" charset="2"/>
                <a:hlinkClick r:id="rId3"/>
              </a:rPr>
              <a:t>here</a:t>
            </a:r>
            <a:endParaRPr lang="en-US" dirty="0">
              <a:sym typeface="Wingdings" panose="05000000000000000000" pitchFamily="2" charset="2"/>
            </a:endParaRPr>
          </a:p>
        </p:txBody>
      </p:sp>
    </p:spTree>
    <p:extLst>
      <p:ext uri="{BB962C8B-B14F-4D97-AF65-F5344CB8AC3E}">
        <p14:creationId xmlns:p14="http://schemas.microsoft.com/office/powerpoint/2010/main" val="248925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A550-EB52-11D0-91BC-8DE15D43B87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24005C2-B9DE-5EB9-B8CA-CA086A7EAE60}"/>
              </a:ext>
            </a:extLst>
          </p:cNvPr>
          <p:cNvSpPr>
            <a:spLocks noGrp="1"/>
          </p:cNvSpPr>
          <p:nvPr>
            <p:ph type="body" sz="quarter" idx="25"/>
          </p:nvPr>
        </p:nvSpPr>
        <p:spPr/>
        <p:txBody>
          <a:bodyPr/>
          <a:lstStyle/>
          <a:p>
            <a:endParaRPr lang="en-US" dirty="0"/>
          </a:p>
        </p:txBody>
      </p:sp>
      <p:sp>
        <p:nvSpPr>
          <p:cNvPr id="3" name="Title 1">
            <a:extLst>
              <a:ext uri="{FF2B5EF4-FFF2-40B4-BE49-F238E27FC236}">
                <a16:creationId xmlns:a16="http://schemas.microsoft.com/office/drawing/2014/main" id="{B921E33A-809D-FACB-13BC-9F12C6876F24}"/>
              </a:ext>
            </a:extLst>
          </p:cNvPr>
          <p:cNvSpPr txBox="1">
            <a:spLocks/>
          </p:cNvSpPr>
          <p:nvPr/>
        </p:nvSpPr>
        <p:spPr>
          <a:xfrm>
            <a:off x="1710842" y="2713624"/>
            <a:ext cx="5292124" cy="7153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WATCH OUT!</a:t>
            </a:r>
          </a:p>
        </p:txBody>
      </p:sp>
      <p:sp>
        <p:nvSpPr>
          <p:cNvPr id="5" name="Text Placeholder 3">
            <a:extLst>
              <a:ext uri="{FF2B5EF4-FFF2-40B4-BE49-F238E27FC236}">
                <a16:creationId xmlns:a16="http://schemas.microsoft.com/office/drawing/2014/main" id="{97831152-C391-20FB-EBF4-3D5FCE4538E5}"/>
              </a:ext>
            </a:extLst>
          </p:cNvPr>
          <p:cNvSpPr txBox="1">
            <a:spLocks/>
          </p:cNvSpPr>
          <p:nvPr/>
        </p:nvSpPr>
        <p:spPr>
          <a:xfrm>
            <a:off x="1710842" y="3429000"/>
            <a:ext cx="5292123" cy="7602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Data quality...</a:t>
            </a:r>
          </a:p>
        </p:txBody>
      </p:sp>
      <p:pic>
        <p:nvPicPr>
          <p:cNvPr id="7" name="Picture 6">
            <a:extLst>
              <a:ext uri="{FF2B5EF4-FFF2-40B4-BE49-F238E27FC236}">
                <a16:creationId xmlns:a16="http://schemas.microsoft.com/office/drawing/2014/main" id="{B46542D1-97A7-9718-1E73-23952524AA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2965" y="1494262"/>
            <a:ext cx="4613215" cy="4505093"/>
          </a:xfrm>
          <a:prstGeom prst="rect">
            <a:avLst/>
          </a:prstGeom>
        </p:spPr>
      </p:pic>
    </p:spTree>
    <p:extLst>
      <p:ext uri="{BB962C8B-B14F-4D97-AF65-F5344CB8AC3E}">
        <p14:creationId xmlns:p14="http://schemas.microsoft.com/office/powerpoint/2010/main" val="142848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D390F1-6896-C204-259E-AF2F658C0D61}"/>
              </a:ext>
            </a:extLst>
          </p:cNvPr>
          <p:cNvSpPr>
            <a:spLocks noGrp="1"/>
          </p:cNvSpPr>
          <p:nvPr>
            <p:ph type="body" sz="quarter" idx="25"/>
          </p:nvPr>
        </p:nvSpPr>
        <p:spPr/>
        <p:txBody>
          <a:bodyPr/>
          <a:lstStyle/>
          <a:p>
            <a:r>
              <a:rPr lang="en-US" dirty="0"/>
              <a:t>Data Timeline</a:t>
            </a:r>
          </a:p>
        </p:txBody>
      </p:sp>
      <p:graphicFrame>
        <p:nvGraphicFramePr>
          <p:cNvPr id="3" name="Table Placeholder 6" descr="A timeline of the product launch">
            <a:extLst>
              <a:ext uri="{FF2B5EF4-FFF2-40B4-BE49-F238E27FC236}">
                <a16:creationId xmlns:a16="http://schemas.microsoft.com/office/drawing/2014/main" id="{2E3D96AE-2DCC-DF2A-5807-8F3C8CE7618E}"/>
              </a:ext>
            </a:extLst>
          </p:cNvPr>
          <p:cNvGraphicFramePr>
            <a:graphicFrameLocks/>
          </p:cNvGraphicFramePr>
          <p:nvPr>
            <p:extLst>
              <p:ext uri="{D42A27DB-BD31-4B8C-83A1-F6EECF244321}">
                <p14:modId xmlns:p14="http://schemas.microsoft.com/office/powerpoint/2010/main" val="709866920"/>
              </p:ext>
            </p:extLst>
          </p:nvPr>
        </p:nvGraphicFramePr>
        <p:xfrm>
          <a:off x="624468" y="2731855"/>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 Placeholder 42">
            <a:extLst>
              <a:ext uri="{FF2B5EF4-FFF2-40B4-BE49-F238E27FC236}">
                <a16:creationId xmlns:a16="http://schemas.microsoft.com/office/drawing/2014/main" id="{651F0CA2-FD94-7F17-B8E3-ADF0D196988C}"/>
              </a:ext>
            </a:extLst>
          </p:cNvPr>
          <p:cNvSpPr txBox="1">
            <a:spLocks/>
          </p:cNvSpPr>
          <p:nvPr/>
        </p:nvSpPr>
        <p:spPr>
          <a:xfrm>
            <a:off x="1695450" y="1340935"/>
            <a:ext cx="10125074" cy="12459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Intune is aware of any changes with some delay</a:t>
            </a:r>
          </a:p>
          <a:p>
            <a:r>
              <a:rPr lang="en-US" dirty="0"/>
              <a:t>The data you pull later is already delayed</a:t>
            </a:r>
          </a:p>
          <a:p>
            <a:pPr marL="0" indent="0">
              <a:buNone/>
            </a:pPr>
            <a:r>
              <a:rPr lang="en-US" dirty="0">
                <a:sym typeface="Wingdings" panose="05000000000000000000" pitchFamily="2" charset="2"/>
              </a:rPr>
              <a:t> </a:t>
            </a:r>
            <a:r>
              <a:rPr lang="en-US" dirty="0"/>
              <a:t>You are not up to date with the actual state of a device</a:t>
            </a:r>
          </a:p>
          <a:p>
            <a:endParaRPr lang="en-US" dirty="0"/>
          </a:p>
        </p:txBody>
      </p:sp>
    </p:spTree>
    <p:extLst>
      <p:ext uri="{BB962C8B-B14F-4D97-AF65-F5344CB8AC3E}">
        <p14:creationId xmlns:p14="http://schemas.microsoft.com/office/powerpoint/2010/main" val="325419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2906-14F9-7D79-A64B-EA2579A3721C}"/>
              </a:ext>
            </a:extLst>
          </p:cNvPr>
          <p:cNvSpPr>
            <a:spLocks noGrp="1"/>
          </p:cNvSpPr>
          <p:nvPr>
            <p:ph type="title"/>
          </p:nvPr>
        </p:nvSpPr>
        <p:spPr/>
        <p:txBody>
          <a:bodyPr/>
          <a:lstStyle/>
          <a:p>
            <a:r>
              <a:rPr lang="en-US" b="1" dirty="0"/>
              <a:t>What do you need?</a:t>
            </a:r>
          </a:p>
        </p:txBody>
      </p:sp>
      <p:sp>
        <p:nvSpPr>
          <p:cNvPr id="3" name="Text Placeholder 2">
            <a:extLst>
              <a:ext uri="{FF2B5EF4-FFF2-40B4-BE49-F238E27FC236}">
                <a16:creationId xmlns:a16="http://schemas.microsoft.com/office/drawing/2014/main" id="{A3429C18-DA0C-C33F-808C-5C12083E5635}"/>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089730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B820F5-E47B-87D3-D8E2-446DB0B9B8C6}"/>
              </a:ext>
            </a:extLst>
          </p:cNvPr>
          <p:cNvSpPr>
            <a:spLocks noGrp="1"/>
          </p:cNvSpPr>
          <p:nvPr>
            <p:ph type="body" sz="quarter" idx="25"/>
          </p:nvPr>
        </p:nvSpPr>
        <p:spPr/>
        <p:txBody>
          <a:bodyPr/>
          <a:lstStyle/>
          <a:p>
            <a:r>
              <a:rPr lang="en-US" dirty="0"/>
              <a:t>What do you need?</a:t>
            </a:r>
          </a:p>
        </p:txBody>
      </p:sp>
      <p:sp>
        <p:nvSpPr>
          <p:cNvPr id="3" name="Text Placeholder 42">
            <a:extLst>
              <a:ext uri="{FF2B5EF4-FFF2-40B4-BE49-F238E27FC236}">
                <a16:creationId xmlns:a16="http://schemas.microsoft.com/office/drawing/2014/main" id="{C3F8347C-7410-9AF7-8BAF-C3ED10FB80D5}"/>
              </a:ext>
            </a:extLst>
          </p:cNvPr>
          <p:cNvSpPr txBox="1">
            <a:spLocks/>
          </p:cNvSpPr>
          <p:nvPr/>
        </p:nvSpPr>
        <p:spPr>
          <a:xfrm>
            <a:off x="1695450" y="1485898"/>
            <a:ext cx="10125073" cy="4829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t>An app registration to access the Graph API</a:t>
            </a:r>
          </a:p>
          <a:p>
            <a:pPr marL="285750" indent="-285750"/>
            <a:r>
              <a:rPr lang="en-US" dirty="0">
                <a:sym typeface="Wingdings" panose="05000000000000000000" pitchFamily="2" charset="2"/>
              </a:rPr>
              <a:t>Somewhere to store &amp; process the data we pull in</a:t>
            </a:r>
          </a:p>
          <a:p>
            <a:pPr marL="285750" indent="-285750"/>
            <a:r>
              <a:rPr lang="en-US" dirty="0">
                <a:sym typeface="Wingdings" panose="05000000000000000000" pitchFamily="2" charset="2"/>
              </a:rPr>
              <a:t>A way to manage our custom alerts &amp; reports</a:t>
            </a:r>
          </a:p>
        </p:txBody>
      </p:sp>
    </p:spTree>
    <p:extLst>
      <p:ext uri="{BB962C8B-B14F-4D97-AF65-F5344CB8AC3E}">
        <p14:creationId xmlns:p14="http://schemas.microsoft.com/office/powerpoint/2010/main" val="1738348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3C1B3-3473-5470-5D13-72D2C0E0735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AD0EA9C-0888-BE5C-3DC8-CB50970AFB0C}"/>
              </a:ext>
            </a:extLst>
          </p:cNvPr>
          <p:cNvSpPr>
            <a:spLocks noGrp="1"/>
          </p:cNvSpPr>
          <p:nvPr>
            <p:ph type="body" sz="quarter" idx="25"/>
          </p:nvPr>
        </p:nvSpPr>
        <p:spPr/>
        <p:txBody>
          <a:bodyPr/>
          <a:lstStyle/>
          <a:p>
            <a:r>
              <a:rPr lang="en-US" dirty="0"/>
              <a:t>App Registration</a:t>
            </a:r>
          </a:p>
        </p:txBody>
      </p:sp>
      <p:sp>
        <p:nvSpPr>
          <p:cNvPr id="3" name="Text Placeholder 42">
            <a:extLst>
              <a:ext uri="{FF2B5EF4-FFF2-40B4-BE49-F238E27FC236}">
                <a16:creationId xmlns:a16="http://schemas.microsoft.com/office/drawing/2014/main" id="{39F72248-F94D-941B-6DD7-1B7D22DA5A53}"/>
              </a:ext>
            </a:extLst>
          </p:cNvPr>
          <p:cNvSpPr txBox="1">
            <a:spLocks/>
          </p:cNvSpPr>
          <p:nvPr/>
        </p:nvSpPr>
        <p:spPr>
          <a:xfrm>
            <a:off x="1695450" y="1485898"/>
            <a:ext cx="10125073" cy="4829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Create or reuse</a:t>
            </a:r>
          </a:p>
          <a:p>
            <a:r>
              <a:rPr lang="en-US" dirty="0"/>
              <a:t>Which Graph API permissions are needed?</a:t>
            </a:r>
          </a:p>
          <a:p>
            <a:pPr lvl="1"/>
            <a:r>
              <a:rPr lang="en-US" dirty="0">
                <a:hlinkClick r:id="rId3"/>
              </a:rPr>
              <a:t>documentation</a:t>
            </a:r>
            <a:endParaRPr lang="en-US" dirty="0"/>
          </a:p>
          <a:p>
            <a:pPr lvl="1"/>
            <a:r>
              <a:rPr lang="en-US" dirty="0"/>
              <a:t>v1.0  &gt;&lt;  beta</a:t>
            </a:r>
          </a:p>
          <a:p>
            <a:r>
              <a:rPr lang="en-US" dirty="0"/>
              <a:t>Authentication method?</a:t>
            </a:r>
          </a:p>
        </p:txBody>
      </p:sp>
    </p:spTree>
    <p:extLst>
      <p:ext uri="{BB962C8B-B14F-4D97-AF65-F5344CB8AC3E}">
        <p14:creationId xmlns:p14="http://schemas.microsoft.com/office/powerpoint/2010/main" val="215743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3CE12-5C0D-C3BB-53A5-AA20D2B9E72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B54E14E-0748-08E6-7F98-3725150566B3}"/>
              </a:ext>
            </a:extLst>
          </p:cNvPr>
          <p:cNvSpPr>
            <a:spLocks noGrp="1"/>
          </p:cNvSpPr>
          <p:nvPr>
            <p:ph type="body" sz="quarter" idx="25"/>
          </p:nvPr>
        </p:nvSpPr>
        <p:spPr/>
        <p:txBody>
          <a:bodyPr/>
          <a:lstStyle/>
          <a:p>
            <a:r>
              <a:rPr lang="en-US" dirty="0"/>
              <a:t>Gather &amp; Process Data</a:t>
            </a:r>
          </a:p>
        </p:txBody>
      </p:sp>
      <p:sp>
        <p:nvSpPr>
          <p:cNvPr id="3" name="Text Placeholder 42">
            <a:extLst>
              <a:ext uri="{FF2B5EF4-FFF2-40B4-BE49-F238E27FC236}">
                <a16:creationId xmlns:a16="http://schemas.microsoft.com/office/drawing/2014/main" id="{F7C927D2-0864-1E35-80C4-560B10D38496}"/>
              </a:ext>
            </a:extLst>
          </p:cNvPr>
          <p:cNvSpPr txBox="1">
            <a:spLocks/>
          </p:cNvSpPr>
          <p:nvPr/>
        </p:nvSpPr>
        <p:spPr>
          <a:xfrm>
            <a:off x="1695450" y="1485898"/>
            <a:ext cx="10125073" cy="4829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sym typeface="Wingdings" panose="05000000000000000000" pitchFamily="2" charset="2"/>
              </a:rPr>
              <a:t>Use a script</a:t>
            </a:r>
          </a:p>
          <a:p>
            <a:pPr marL="285750" indent="-285750"/>
            <a:r>
              <a:rPr lang="en-US" dirty="0">
                <a:sym typeface="Wingdings" panose="05000000000000000000" pitchFamily="2" charset="2"/>
              </a:rPr>
              <a:t>Some platform to recurrently run these scripts</a:t>
            </a:r>
          </a:p>
          <a:p>
            <a:pPr marL="633222" lvl="1" indent="-285750"/>
            <a:r>
              <a:rPr lang="en-US" dirty="0">
                <a:sym typeface="Wingdings" panose="05000000000000000000" pitchFamily="2" charset="2"/>
              </a:rPr>
              <a:t>Automation Account on Azure</a:t>
            </a:r>
          </a:p>
          <a:p>
            <a:pPr marL="633222" lvl="1" indent="-285750"/>
            <a:r>
              <a:rPr lang="en-US" dirty="0">
                <a:sym typeface="Wingdings" panose="05000000000000000000" pitchFamily="2" charset="2"/>
              </a:rPr>
              <a:t>Functions on Azure</a:t>
            </a:r>
          </a:p>
          <a:p>
            <a:pPr marL="633222" lvl="1" indent="-285750"/>
            <a:r>
              <a:rPr lang="en-US" dirty="0">
                <a:sym typeface="Wingdings" panose="05000000000000000000" pitchFamily="2" charset="2"/>
              </a:rPr>
              <a:t>Ansible</a:t>
            </a:r>
          </a:p>
          <a:p>
            <a:pPr marL="633222" lvl="1" indent="-285750"/>
            <a:r>
              <a:rPr lang="en-US" dirty="0">
                <a:sym typeface="Wingdings" panose="05000000000000000000" pitchFamily="2" charset="2"/>
              </a:rPr>
              <a:t>...</a:t>
            </a:r>
          </a:p>
        </p:txBody>
      </p:sp>
    </p:spTree>
    <p:extLst>
      <p:ext uri="{BB962C8B-B14F-4D97-AF65-F5344CB8AC3E}">
        <p14:creationId xmlns:p14="http://schemas.microsoft.com/office/powerpoint/2010/main" val="195160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9132D3-3DD9-EBBA-C8E9-CD563A608A33}"/>
              </a:ext>
            </a:extLst>
          </p:cNvPr>
          <p:cNvSpPr>
            <a:spLocks noGrp="1"/>
          </p:cNvSpPr>
          <p:nvPr>
            <p:ph type="body" sz="quarter" idx="25"/>
          </p:nvPr>
        </p:nvSpPr>
        <p:spPr/>
        <p:txBody>
          <a:bodyPr/>
          <a:lstStyle/>
          <a:p>
            <a:r>
              <a:rPr lang="en-US" dirty="0"/>
              <a:t>Alerts &amp; Reports</a:t>
            </a:r>
          </a:p>
        </p:txBody>
      </p:sp>
      <p:sp>
        <p:nvSpPr>
          <p:cNvPr id="3" name="Text Placeholder 42">
            <a:extLst>
              <a:ext uri="{FF2B5EF4-FFF2-40B4-BE49-F238E27FC236}">
                <a16:creationId xmlns:a16="http://schemas.microsoft.com/office/drawing/2014/main" id="{99518C05-08DA-3EB2-927F-6A50FC811E6D}"/>
              </a:ext>
            </a:extLst>
          </p:cNvPr>
          <p:cNvSpPr txBox="1">
            <a:spLocks/>
          </p:cNvSpPr>
          <p:nvPr/>
        </p:nvSpPr>
        <p:spPr>
          <a:xfrm>
            <a:off x="1695450" y="1485898"/>
            <a:ext cx="10125073" cy="4829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Store processed data somewhere</a:t>
            </a:r>
          </a:p>
          <a:p>
            <a:pPr lvl="1"/>
            <a:r>
              <a:rPr lang="en-US" dirty="0"/>
              <a:t>Log Analytics Workspace on Azure</a:t>
            </a:r>
          </a:p>
          <a:p>
            <a:pPr lvl="1"/>
            <a:r>
              <a:rPr lang="en-US" dirty="0" err="1"/>
              <a:t>CosmosDB</a:t>
            </a:r>
            <a:r>
              <a:rPr lang="en-US" dirty="0"/>
              <a:t> on Azure</a:t>
            </a:r>
          </a:p>
          <a:p>
            <a:pPr lvl="1"/>
            <a:r>
              <a:rPr lang="en-US" dirty="0"/>
              <a:t>...</a:t>
            </a:r>
          </a:p>
          <a:p>
            <a:r>
              <a:rPr lang="en-US" dirty="0"/>
              <a:t>Set up rules &amp; reports</a:t>
            </a:r>
          </a:p>
          <a:p>
            <a:pPr lvl="1"/>
            <a:r>
              <a:rPr lang="en-US" dirty="0"/>
              <a:t>Alert Rules on Azure (Monitor)</a:t>
            </a:r>
          </a:p>
          <a:p>
            <a:pPr lvl="1"/>
            <a:r>
              <a:rPr lang="en-US" dirty="0"/>
              <a:t>Workbooks on Azure</a:t>
            </a:r>
          </a:p>
          <a:p>
            <a:pPr lvl="1"/>
            <a:r>
              <a:rPr lang="en-US" dirty="0"/>
              <a:t>...</a:t>
            </a:r>
          </a:p>
        </p:txBody>
      </p:sp>
    </p:spTree>
    <p:extLst>
      <p:ext uri="{BB962C8B-B14F-4D97-AF65-F5344CB8AC3E}">
        <p14:creationId xmlns:p14="http://schemas.microsoft.com/office/powerpoint/2010/main" val="76949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8639-6BC2-970E-2594-F1F4EACE8D1E}"/>
              </a:ext>
            </a:extLst>
          </p:cNvPr>
          <p:cNvSpPr>
            <a:spLocks noGrp="1"/>
          </p:cNvSpPr>
          <p:nvPr>
            <p:ph type="title"/>
          </p:nvPr>
        </p:nvSpPr>
        <p:spPr>
          <a:xfrm>
            <a:off x="3335845" y="2807561"/>
            <a:ext cx="8409144" cy="1786741"/>
          </a:xfrm>
        </p:spPr>
        <p:txBody>
          <a:bodyPr anchor="t">
            <a:normAutofit/>
          </a:bodyPr>
          <a:lstStyle/>
          <a:p>
            <a:r>
              <a:rPr lang="en-US" b="1" dirty="0"/>
              <a:t>What does a possible</a:t>
            </a:r>
            <a:br>
              <a:rPr lang="en-US" b="1" dirty="0"/>
            </a:br>
            <a:r>
              <a:rPr lang="en-US" b="1" dirty="0"/>
              <a:t>finished flow look like?</a:t>
            </a:r>
          </a:p>
        </p:txBody>
      </p:sp>
    </p:spTree>
    <p:extLst>
      <p:ext uri="{BB962C8B-B14F-4D97-AF65-F5344CB8AC3E}">
        <p14:creationId xmlns:p14="http://schemas.microsoft.com/office/powerpoint/2010/main" val="4039514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66983F-9C61-162D-696C-398B3159A57C}"/>
              </a:ext>
            </a:extLst>
          </p:cNvPr>
          <p:cNvSpPr>
            <a:spLocks noGrp="1"/>
          </p:cNvSpPr>
          <p:nvPr>
            <p:ph type="body" sz="quarter" idx="25"/>
          </p:nvPr>
        </p:nvSpPr>
        <p:spPr/>
        <p:txBody>
          <a:bodyPr/>
          <a:lstStyle/>
          <a:p>
            <a:r>
              <a:rPr lang="en-US" dirty="0"/>
              <a:t>Data Flow</a:t>
            </a:r>
          </a:p>
        </p:txBody>
      </p:sp>
      <p:sp>
        <p:nvSpPr>
          <p:cNvPr id="3" name="Content Placeholder 2">
            <a:extLst>
              <a:ext uri="{FF2B5EF4-FFF2-40B4-BE49-F238E27FC236}">
                <a16:creationId xmlns:a16="http://schemas.microsoft.com/office/drawing/2014/main" id="{502BC6A7-B495-4791-65F9-1A7A8A683A60}"/>
              </a:ext>
            </a:extLst>
          </p:cNvPr>
          <p:cNvSpPr txBox="1">
            <a:spLocks/>
          </p:cNvSpPr>
          <p:nvPr/>
        </p:nvSpPr>
        <p:spPr>
          <a:xfrm>
            <a:off x="7129463" y="987998"/>
            <a:ext cx="4785332" cy="2011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Report on the data with Workbooks</a:t>
            </a:r>
          </a:p>
          <a:p>
            <a:r>
              <a:rPr lang="en-US" dirty="0"/>
              <a:t>Alert on the data with Alert Rules</a:t>
            </a:r>
          </a:p>
        </p:txBody>
      </p:sp>
      <p:pic>
        <p:nvPicPr>
          <p:cNvPr id="4" name="Content Placeholder 19">
            <a:extLst>
              <a:ext uri="{FF2B5EF4-FFF2-40B4-BE49-F238E27FC236}">
                <a16:creationId xmlns:a16="http://schemas.microsoft.com/office/drawing/2014/main" id="{797ED237-DEE0-6DC7-1A85-87178FEEF4AE}"/>
              </a:ext>
            </a:extLst>
          </p:cNvPr>
          <p:cNvPicPr>
            <a:picLocks noChangeAspect="1"/>
          </p:cNvPicPr>
          <p:nvPr/>
        </p:nvPicPr>
        <p:blipFill>
          <a:blip r:embed="rId2"/>
          <a:stretch>
            <a:fillRect/>
          </a:stretch>
        </p:blipFill>
        <p:spPr>
          <a:xfrm>
            <a:off x="699855" y="2921619"/>
            <a:ext cx="7559413" cy="3621339"/>
          </a:xfrm>
          <a:prstGeom prst="rect">
            <a:avLst/>
          </a:prstGeom>
        </p:spPr>
      </p:pic>
      <p:sp>
        <p:nvSpPr>
          <p:cNvPr id="5" name="Content Placeholder 2">
            <a:extLst>
              <a:ext uri="{FF2B5EF4-FFF2-40B4-BE49-F238E27FC236}">
                <a16:creationId xmlns:a16="http://schemas.microsoft.com/office/drawing/2014/main" id="{2AAF4065-0C69-D103-F96B-685CA278C895}"/>
              </a:ext>
            </a:extLst>
          </p:cNvPr>
          <p:cNvSpPr txBox="1">
            <a:spLocks/>
          </p:cNvSpPr>
          <p:nvPr/>
        </p:nvSpPr>
        <p:spPr>
          <a:xfrm>
            <a:off x="1438507" y="987998"/>
            <a:ext cx="5690956" cy="2011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Gather Intune data using a Function app &amp; PowerShell</a:t>
            </a:r>
          </a:p>
          <a:p>
            <a:r>
              <a:rPr lang="en-US" dirty="0"/>
              <a:t>Process data &amp; store in a Log Analytics Workspace</a:t>
            </a:r>
          </a:p>
        </p:txBody>
      </p:sp>
    </p:spTree>
    <p:extLst>
      <p:ext uri="{BB962C8B-B14F-4D97-AF65-F5344CB8AC3E}">
        <p14:creationId xmlns:p14="http://schemas.microsoft.com/office/powerpoint/2010/main" val="426016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5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fade">
                                      <p:cBhvr>
                                        <p:cTn id="24" dur="500"/>
                                        <p:tgtEl>
                                          <p:spTgt spid="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Effect transition="in" filter="fade">
                                      <p:cBhvr>
                                        <p:cTn id="2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319F-B5B0-41B3-220B-6963F190F75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0C3376-513D-7F9A-4C93-1946D892E0CD}"/>
              </a:ext>
            </a:extLst>
          </p:cNvPr>
          <p:cNvSpPr>
            <a:spLocks noGrp="1"/>
          </p:cNvSpPr>
          <p:nvPr>
            <p:ph type="body" sz="quarter" idx="25"/>
          </p:nvPr>
        </p:nvSpPr>
        <p:spPr/>
        <p:txBody>
          <a:bodyPr/>
          <a:lstStyle/>
          <a:p>
            <a:r>
              <a:rPr lang="en-US" dirty="0"/>
              <a:t>Data Flow (alternate)</a:t>
            </a:r>
          </a:p>
        </p:txBody>
      </p:sp>
      <p:sp>
        <p:nvSpPr>
          <p:cNvPr id="3" name="Content Placeholder 2">
            <a:extLst>
              <a:ext uri="{FF2B5EF4-FFF2-40B4-BE49-F238E27FC236}">
                <a16:creationId xmlns:a16="http://schemas.microsoft.com/office/drawing/2014/main" id="{395407E8-3CC9-7ED8-986E-8D7C9906FCE7}"/>
              </a:ext>
            </a:extLst>
          </p:cNvPr>
          <p:cNvSpPr txBox="1">
            <a:spLocks/>
          </p:cNvSpPr>
          <p:nvPr/>
        </p:nvSpPr>
        <p:spPr>
          <a:xfrm>
            <a:off x="7129463" y="987998"/>
            <a:ext cx="4785332" cy="2011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Gets complicated with extensive alerting, no easy reporting</a:t>
            </a:r>
          </a:p>
        </p:txBody>
      </p:sp>
      <p:sp>
        <p:nvSpPr>
          <p:cNvPr id="5" name="Content Placeholder 2">
            <a:extLst>
              <a:ext uri="{FF2B5EF4-FFF2-40B4-BE49-F238E27FC236}">
                <a16:creationId xmlns:a16="http://schemas.microsoft.com/office/drawing/2014/main" id="{999EE985-1104-7A2F-5984-03C244EB3C03}"/>
              </a:ext>
            </a:extLst>
          </p:cNvPr>
          <p:cNvSpPr txBox="1">
            <a:spLocks/>
          </p:cNvSpPr>
          <p:nvPr/>
        </p:nvSpPr>
        <p:spPr>
          <a:xfrm>
            <a:off x="1438507" y="987998"/>
            <a:ext cx="5690956" cy="2011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Perform alert logic in the script itself</a:t>
            </a:r>
          </a:p>
          <a:p>
            <a:r>
              <a:rPr lang="en-US" dirty="0"/>
              <a:t>Less infrastructure, more simplicity</a:t>
            </a:r>
          </a:p>
        </p:txBody>
      </p:sp>
      <p:pic>
        <p:nvPicPr>
          <p:cNvPr id="6" name="Content Placeholder 18">
            <a:extLst>
              <a:ext uri="{FF2B5EF4-FFF2-40B4-BE49-F238E27FC236}">
                <a16:creationId xmlns:a16="http://schemas.microsoft.com/office/drawing/2014/main" id="{9E097109-4C6C-5EB7-5907-B025192BB2F4}"/>
              </a:ext>
            </a:extLst>
          </p:cNvPr>
          <p:cNvPicPr>
            <a:picLocks noChangeAspect="1"/>
          </p:cNvPicPr>
          <p:nvPr/>
        </p:nvPicPr>
        <p:blipFill>
          <a:blip r:embed="rId3"/>
          <a:stretch>
            <a:fillRect/>
          </a:stretch>
        </p:blipFill>
        <p:spPr>
          <a:xfrm>
            <a:off x="699854" y="2921619"/>
            <a:ext cx="6423323" cy="3621338"/>
          </a:xfrm>
          <a:prstGeom prst="rect">
            <a:avLst/>
          </a:prstGeom>
        </p:spPr>
      </p:pic>
    </p:spTree>
    <p:extLst>
      <p:ext uri="{BB962C8B-B14F-4D97-AF65-F5344CB8AC3E}">
        <p14:creationId xmlns:p14="http://schemas.microsoft.com/office/powerpoint/2010/main" val="141720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5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fade">
                                      <p:cBhvr>
                                        <p:cTn id="2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90882-48DF-ED09-B696-9EFFA6D5549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6A29BB4-BC41-E7C1-CDB9-8A139434141A}"/>
              </a:ext>
            </a:extLst>
          </p:cNvPr>
          <p:cNvSpPr>
            <a:spLocks noGrp="1"/>
          </p:cNvSpPr>
          <p:nvPr>
            <p:ph type="body" sz="quarter" idx="25"/>
          </p:nvPr>
        </p:nvSpPr>
        <p:spPr/>
        <p:txBody>
          <a:bodyPr/>
          <a:lstStyle/>
          <a:p>
            <a:endParaRPr lang="en-US" dirty="0"/>
          </a:p>
        </p:txBody>
      </p:sp>
      <p:sp>
        <p:nvSpPr>
          <p:cNvPr id="3" name="Title 1">
            <a:extLst>
              <a:ext uri="{FF2B5EF4-FFF2-40B4-BE49-F238E27FC236}">
                <a16:creationId xmlns:a16="http://schemas.microsoft.com/office/drawing/2014/main" id="{D9C98969-486E-FCA0-2980-EDBAF476D12F}"/>
              </a:ext>
            </a:extLst>
          </p:cNvPr>
          <p:cNvSpPr txBox="1">
            <a:spLocks/>
          </p:cNvSpPr>
          <p:nvPr/>
        </p:nvSpPr>
        <p:spPr>
          <a:xfrm>
            <a:off x="1621632" y="3153208"/>
            <a:ext cx="5292124" cy="2743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Let’s build it!</a:t>
            </a:r>
          </a:p>
        </p:txBody>
      </p:sp>
      <p:pic>
        <p:nvPicPr>
          <p:cNvPr id="4" name="Picture Placeholder 7">
            <a:extLst>
              <a:ext uri="{FF2B5EF4-FFF2-40B4-BE49-F238E27FC236}">
                <a16:creationId xmlns:a16="http://schemas.microsoft.com/office/drawing/2014/main" id="{96DCB2B5-ABD3-478F-95E3-292F7F5827C4}"/>
              </a:ext>
            </a:extLst>
          </p:cNvPr>
          <p:cNvPicPr>
            <a:picLocks noChangeAspect="1"/>
          </p:cNvPicPr>
          <p:nvPr/>
        </p:nvPicPr>
        <p:blipFill>
          <a:blip r:embed="rId2"/>
          <a:srcRect l="5099" r="5099"/>
          <a:stretch>
            <a:fillRect/>
          </a:stretch>
        </p:blipFill>
        <p:spPr>
          <a:xfrm>
            <a:off x="7129463" y="1063435"/>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5" name="Text Placeholder 3">
            <a:extLst>
              <a:ext uri="{FF2B5EF4-FFF2-40B4-BE49-F238E27FC236}">
                <a16:creationId xmlns:a16="http://schemas.microsoft.com/office/drawing/2014/main" id="{1F74589E-D085-E26B-094F-66BE4D2208FE}"/>
              </a:ext>
            </a:extLst>
          </p:cNvPr>
          <p:cNvSpPr txBox="1">
            <a:spLocks/>
          </p:cNvSpPr>
          <p:nvPr/>
        </p:nvSpPr>
        <p:spPr>
          <a:xfrm>
            <a:off x="1621631" y="2229129"/>
            <a:ext cx="5292123" cy="760288"/>
          </a:xfrm>
          <a:prstGeom prst="rect">
            <a:avLst/>
          </a:prstGeom>
        </p:spPr>
        <p:txBody>
          <a:bodyPr anchor="b"/>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Now the theory is done...</a:t>
            </a:r>
          </a:p>
        </p:txBody>
      </p:sp>
    </p:spTree>
    <p:extLst>
      <p:ext uri="{BB962C8B-B14F-4D97-AF65-F5344CB8AC3E}">
        <p14:creationId xmlns:p14="http://schemas.microsoft.com/office/powerpoint/2010/main" val="320748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E96309-4726-6136-FF4C-E9468C2AB9A6}"/>
              </a:ext>
            </a:extLst>
          </p:cNvPr>
          <p:cNvSpPr>
            <a:spLocks noGrp="1"/>
          </p:cNvSpPr>
          <p:nvPr>
            <p:ph type="body" sz="quarter" idx="25"/>
          </p:nvPr>
        </p:nvSpPr>
        <p:spPr/>
        <p:txBody>
          <a:bodyPr/>
          <a:lstStyle/>
          <a:p>
            <a:r>
              <a:rPr lang="en-US" dirty="0"/>
              <a:t>What are we making?</a:t>
            </a:r>
          </a:p>
        </p:txBody>
      </p:sp>
      <p:sp>
        <p:nvSpPr>
          <p:cNvPr id="3" name="Text Placeholder 42">
            <a:extLst>
              <a:ext uri="{FF2B5EF4-FFF2-40B4-BE49-F238E27FC236}">
                <a16:creationId xmlns:a16="http://schemas.microsoft.com/office/drawing/2014/main" id="{A2C786A3-A8E0-C04F-D230-CBC7637BA975}"/>
              </a:ext>
            </a:extLst>
          </p:cNvPr>
          <p:cNvSpPr txBox="1">
            <a:spLocks/>
          </p:cNvSpPr>
          <p:nvPr/>
        </p:nvSpPr>
        <p:spPr>
          <a:xfrm>
            <a:off x="1695450" y="1485899"/>
            <a:ext cx="10125073" cy="1837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Data collection with </a:t>
            </a:r>
            <a:r>
              <a:rPr lang="en-US" b="1" dirty="0"/>
              <a:t>PowerShell</a:t>
            </a:r>
          </a:p>
          <a:p>
            <a:r>
              <a:rPr lang="en-US" dirty="0"/>
              <a:t>Storing data in </a:t>
            </a:r>
            <a:r>
              <a:rPr lang="en-US" b="1" dirty="0"/>
              <a:t>Log Analytics Workspace</a:t>
            </a:r>
          </a:p>
          <a:p>
            <a:r>
              <a:rPr lang="en-US" dirty="0"/>
              <a:t>Dashboard in </a:t>
            </a:r>
            <a:r>
              <a:rPr lang="en-US" b="1" dirty="0"/>
              <a:t>Azure</a:t>
            </a:r>
            <a:r>
              <a:rPr lang="en-US" dirty="0"/>
              <a:t> </a:t>
            </a:r>
            <a:r>
              <a:rPr lang="en-US" b="1" dirty="0"/>
              <a:t>Workbook</a:t>
            </a:r>
          </a:p>
        </p:txBody>
      </p:sp>
    </p:spTree>
    <p:extLst>
      <p:ext uri="{BB962C8B-B14F-4D97-AF65-F5344CB8AC3E}">
        <p14:creationId xmlns:p14="http://schemas.microsoft.com/office/powerpoint/2010/main" val="397969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020B0F-0140-B926-AA48-0E5F2653DC2C}"/>
              </a:ext>
            </a:extLst>
          </p:cNvPr>
          <p:cNvSpPr>
            <a:spLocks noGrp="1"/>
          </p:cNvSpPr>
          <p:nvPr>
            <p:ph type="body" sz="quarter" idx="25"/>
          </p:nvPr>
        </p:nvSpPr>
        <p:spPr/>
        <p:txBody>
          <a:bodyPr/>
          <a:lstStyle/>
          <a:p>
            <a:r>
              <a:rPr lang="en-US" dirty="0"/>
              <a:t>Data Collection</a:t>
            </a:r>
            <a:endParaRPr lang="en-BE" dirty="0"/>
          </a:p>
        </p:txBody>
      </p:sp>
      <p:pic>
        <p:nvPicPr>
          <p:cNvPr id="5" name="Content Placeholder 4">
            <a:extLst>
              <a:ext uri="{FF2B5EF4-FFF2-40B4-BE49-F238E27FC236}">
                <a16:creationId xmlns:a16="http://schemas.microsoft.com/office/drawing/2014/main" id="{6E5FB853-33D8-CB96-211E-572A9EA70979}"/>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203495" y="2038363"/>
            <a:ext cx="4351974" cy="1513300"/>
          </a:xfrm>
          <a:prstGeom prst="rect">
            <a:avLst/>
          </a:prstGeom>
        </p:spPr>
      </p:pic>
      <p:pic>
        <p:nvPicPr>
          <p:cNvPr id="7" name="Picture 6">
            <a:extLst>
              <a:ext uri="{FF2B5EF4-FFF2-40B4-BE49-F238E27FC236}">
                <a16:creationId xmlns:a16="http://schemas.microsoft.com/office/drawing/2014/main" id="{1AAFE798-235F-FBC9-1574-0231C5CFB4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0598" y="3858837"/>
            <a:ext cx="5399916" cy="1513300"/>
          </a:xfrm>
          <a:prstGeom prst="rect">
            <a:avLst/>
          </a:prstGeom>
        </p:spPr>
      </p:pic>
    </p:spTree>
    <p:extLst>
      <p:ext uri="{BB962C8B-B14F-4D97-AF65-F5344CB8AC3E}">
        <p14:creationId xmlns:p14="http://schemas.microsoft.com/office/powerpoint/2010/main" val="366789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4C1A1-6E98-B618-D6D7-4483617649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73E1C54-101E-D1AF-AE9A-9C5A5EC337E0}"/>
              </a:ext>
            </a:extLst>
          </p:cNvPr>
          <p:cNvSpPr>
            <a:spLocks noGrp="1"/>
          </p:cNvSpPr>
          <p:nvPr>
            <p:ph type="body" sz="quarter" idx="25"/>
          </p:nvPr>
        </p:nvSpPr>
        <p:spPr/>
        <p:txBody>
          <a:bodyPr/>
          <a:lstStyle/>
          <a:p>
            <a:r>
              <a:rPr lang="en-US" dirty="0"/>
              <a:t>Data Collection</a:t>
            </a:r>
            <a:endParaRPr lang="en-BE" dirty="0"/>
          </a:p>
        </p:txBody>
      </p:sp>
      <p:pic>
        <p:nvPicPr>
          <p:cNvPr id="8" name="Content Placeholder 7">
            <a:extLst>
              <a:ext uri="{FF2B5EF4-FFF2-40B4-BE49-F238E27FC236}">
                <a16:creationId xmlns:a16="http://schemas.microsoft.com/office/drawing/2014/main" id="{D75E4909-98AA-78A4-849B-3BF2FFF6F6D2}"/>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130098" y="0"/>
            <a:ext cx="11931804" cy="7479372"/>
          </a:xfrm>
          <a:prstGeom prst="rect">
            <a:avLst/>
          </a:prstGeom>
        </p:spPr>
      </p:pic>
    </p:spTree>
    <p:extLst>
      <p:ext uri="{BB962C8B-B14F-4D97-AF65-F5344CB8AC3E}">
        <p14:creationId xmlns:p14="http://schemas.microsoft.com/office/powerpoint/2010/main" val="97237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0B7CB-E0C3-AA0D-0D26-22B3DDE7AA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E43605A-1A69-9FB8-7458-9344ECFC0A2A}"/>
              </a:ext>
            </a:extLst>
          </p:cNvPr>
          <p:cNvSpPr>
            <a:spLocks noGrp="1"/>
          </p:cNvSpPr>
          <p:nvPr>
            <p:ph type="body" sz="quarter" idx="25"/>
          </p:nvPr>
        </p:nvSpPr>
        <p:spPr/>
        <p:txBody>
          <a:bodyPr/>
          <a:lstStyle/>
          <a:p>
            <a:r>
              <a:rPr lang="en-US" dirty="0"/>
              <a:t>Storing the data</a:t>
            </a:r>
            <a:endParaRPr lang="en-BE" dirty="0"/>
          </a:p>
        </p:txBody>
      </p:sp>
      <p:pic>
        <p:nvPicPr>
          <p:cNvPr id="7" name="Content Placeholder 6">
            <a:extLst>
              <a:ext uri="{FF2B5EF4-FFF2-40B4-BE49-F238E27FC236}">
                <a16:creationId xmlns:a16="http://schemas.microsoft.com/office/drawing/2014/main" id="{9159A806-F1E3-28AA-52D1-27DF87E62EED}"/>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143147" y="1764158"/>
            <a:ext cx="8131058" cy="4335843"/>
          </a:xfrm>
          <a:prstGeom prst="rect">
            <a:avLst/>
          </a:prstGeom>
        </p:spPr>
      </p:pic>
    </p:spTree>
    <p:extLst>
      <p:ext uri="{BB962C8B-B14F-4D97-AF65-F5344CB8AC3E}">
        <p14:creationId xmlns:p14="http://schemas.microsoft.com/office/powerpoint/2010/main" val="262185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A821F-7116-B6D1-94E6-B34246DDAD0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62DE4F6-6E44-6C61-7FC0-450EF39C1CF8}"/>
              </a:ext>
            </a:extLst>
          </p:cNvPr>
          <p:cNvSpPr>
            <a:spLocks noGrp="1"/>
          </p:cNvSpPr>
          <p:nvPr>
            <p:ph type="body" sz="quarter" idx="25"/>
          </p:nvPr>
        </p:nvSpPr>
        <p:spPr/>
        <p:txBody>
          <a:bodyPr/>
          <a:lstStyle/>
          <a:p>
            <a:r>
              <a:rPr lang="en-US" dirty="0"/>
              <a:t>Storing the data</a:t>
            </a:r>
            <a:endParaRPr lang="en-BE" dirty="0"/>
          </a:p>
        </p:txBody>
      </p:sp>
      <p:pic>
        <p:nvPicPr>
          <p:cNvPr id="5" name="Content Placeholder 4">
            <a:extLst>
              <a:ext uri="{FF2B5EF4-FFF2-40B4-BE49-F238E27FC236}">
                <a16:creationId xmlns:a16="http://schemas.microsoft.com/office/drawing/2014/main" id="{6EEA9A24-46B2-6B74-9B55-A34EC4A781A4}"/>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568713" y="1419422"/>
            <a:ext cx="4125951" cy="7008759"/>
          </a:xfrm>
          <a:prstGeom prst="rect">
            <a:avLst/>
          </a:prstGeom>
        </p:spPr>
      </p:pic>
    </p:spTree>
    <p:extLst>
      <p:ext uri="{BB962C8B-B14F-4D97-AF65-F5344CB8AC3E}">
        <p14:creationId xmlns:p14="http://schemas.microsoft.com/office/powerpoint/2010/main" val="218925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DC63-A15D-CBA6-BF12-F1B0D5B418C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7821B96-DDB5-B8D5-0E49-4F134B2C1F3B}"/>
              </a:ext>
            </a:extLst>
          </p:cNvPr>
          <p:cNvSpPr>
            <a:spLocks noGrp="1"/>
          </p:cNvSpPr>
          <p:nvPr>
            <p:ph type="body" sz="quarter" idx="25"/>
          </p:nvPr>
        </p:nvSpPr>
        <p:spPr/>
        <p:txBody>
          <a:bodyPr/>
          <a:lstStyle/>
          <a:p>
            <a:r>
              <a:rPr lang="en-US" dirty="0"/>
              <a:t>Storing the data</a:t>
            </a:r>
            <a:endParaRPr lang="en-BE" dirty="0"/>
          </a:p>
        </p:txBody>
      </p:sp>
      <p:pic>
        <p:nvPicPr>
          <p:cNvPr id="5" name="Content Placeholder 4">
            <a:extLst>
              <a:ext uri="{FF2B5EF4-FFF2-40B4-BE49-F238E27FC236}">
                <a16:creationId xmlns:a16="http://schemas.microsoft.com/office/drawing/2014/main" id="{E27E5387-1C9C-6525-02FA-8FABD1671DF3}"/>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144636" y="130175"/>
            <a:ext cx="11902727" cy="6626162"/>
          </a:xfrm>
          <a:prstGeom prst="rect">
            <a:avLst/>
          </a:prstGeom>
        </p:spPr>
      </p:pic>
    </p:spTree>
    <p:extLst>
      <p:ext uri="{BB962C8B-B14F-4D97-AF65-F5344CB8AC3E}">
        <p14:creationId xmlns:p14="http://schemas.microsoft.com/office/powerpoint/2010/main" val="3862856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5FF82-85D6-42F6-243D-B0DF3E0FA16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CA0392B-B664-A2AA-571A-A9314D7D2522}"/>
              </a:ext>
            </a:extLst>
          </p:cNvPr>
          <p:cNvSpPr>
            <a:spLocks noGrp="1"/>
          </p:cNvSpPr>
          <p:nvPr>
            <p:ph type="body" sz="quarter" idx="25"/>
          </p:nvPr>
        </p:nvSpPr>
        <p:spPr/>
        <p:txBody>
          <a:bodyPr/>
          <a:lstStyle/>
          <a:p>
            <a:r>
              <a:rPr lang="en-US" dirty="0"/>
              <a:t>Showing the data</a:t>
            </a:r>
            <a:endParaRPr lang="en-BE" dirty="0"/>
          </a:p>
        </p:txBody>
      </p:sp>
      <p:pic>
        <p:nvPicPr>
          <p:cNvPr id="7" name="Content Placeholder 6">
            <a:extLst>
              <a:ext uri="{FF2B5EF4-FFF2-40B4-BE49-F238E27FC236}">
                <a16:creationId xmlns:a16="http://schemas.microsoft.com/office/drawing/2014/main" id="{6B33EC53-70A6-BD0A-8B47-C8E62F039EAA}"/>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65269" y="1367960"/>
            <a:ext cx="12322537" cy="5490040"/>
          </a:xfrm>
          <a:prstGeom prst="rect">
            <a:avLst/>
          </a:prstGeom>
        </p:spPr>
      </p:pic>
    </p:spTree>
    <p:extLst>
      <p:ext uri="{BB962C8B-B14F-4D97-AF65-F5344CB8AC3E}">
        <p14:creationId xmlns:p14="http://schemas.microsoft.com/office/powerpoint/2010/main" val="252067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42291-67CD-2163-7F96-A9B949FFE59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484B52D-88AB-EA59-9B52-DCAA85EACE2F}"/>
              </a:ext>
            </a:extLst>
          </p:cNvPr>
          <p:cNvSpPr>
            <a:spLocks noGrp="1"/>
          </p:cNvSpPr>
          <p:nvPr>
            <p:ph type="body" sz="quarter" idx="25"/>
          </p:nvPr>
        </p:nvSpPr>
        <p:spPr/>
        <p:txBody>
          <a:bodyPr/>
          <a:lstStyle/>
          <a:p>
            <a:r>
              <a:rPr lang="en-US" dirty="0"/>
              <a:t>Showing the data</a:t>
            </a:r>
            <a:endParaRPr lang="en-BE" dirty="0"/>
          </a:p>
        </p:txBody>
      </p:sp>
      <p:pic>
        <p:nvPicPr>
          <p:cNvPr id="6" name="Content Placeholder 5">
            <a:extLst>
              <a:ext uri="{FF2B5EF4-FFF2-40B4-BE49-F238E27FC236}">
                <a16:creationId xmlns:a16="http://schemas.microsoft.com/office/drawing/2014/main" id="{A4CCDA74-598F-19EA-0673-22F19CF0EA65}"/>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159653" y="1878810"/>
            <a:ext cx="8766293" cy="1650125"/>
          </a:xfrm>
          <a:prstGeom prst="rect">
            <a:avLst/>
          </a:prstGeom>
        </p:spPr>
      </p:pic>
    </p:spTree>
    <p:extLst>
      <p:ext uri="{BB962C8B-B14F-4D97-AF65-F5344CB8AC3E}">
        <p14:creationId xmlns:p14="http://schemas.microsoft.com/office/powerpoint/2010/main" val="364839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387E8-B2FE-982E-5C3F-395C614F321D}"/>
              </a:ext>
            </a:extLst>
          </p:cNvPr>
          <p:cNvSpPr>
            <a:spLocks noGrp="1"/>
          </p:cNvSpPr>
          <p:nvPr>
            <p:ph type="title"/>
          </p:nvPr>
        </p:nvSpPr>
        <p:spPr/>
        <p:txBody>
          <a:bodyPr/>
          <a:lstStyle/>
          <a:p>
            <a:r>
              <a:rPr lang="en-US" b="1" dirty="0"/>
              <a:t>Any Questions?</a:t>
            </a:r>
          </a:p>
        </p:txBody>
      </p:sp>
      <p:sp>
        <p:nvSpPr>
          <p:cNvPr id="3" name="Text Placeholder 2">
            <a:extLst>
              <a:ext uri="{FF2B5EF4-FFF2-40B4-BE49-F238E27FC236}">
                <a16:creationId xmlns:a16="http://schemas.microsoft.com/office/drawing/2014/main" id="{6E1EBF40-B57C-2F94-616C-F5D76FC91DC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151908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FDCBA64-CB0D-4340-F847-EC29238B621E}"/>
              </a:ext>
            </a:extLst>
          </p:cNvPr>
          <p:cNvSpPr>
            <a:spLocks noGrp="1"/>
          </p:cNvSpPr>
          <p:nvPr>
            <p:ph type="body" sz="quarter" idx="15"/>
          </p:nvPr>
        </p:nvSpPr>
        <p:spPr/>
        <p:txBody>
          <a:bodyPr/>
          <a:lstStyle/>
          <a:p>
            <a:r>
              <a:rPr lang="en-BE" dirty="0">
                <a:latin typeface="Roboto Condensed Black" panose="02000000000000000000" pitchFamily="2" charset="0"/>
              </a:rPr>
              <a:t>THANK YOU</a:t>
            </a:r>
          </a:p>
        </p:txBody>
      </p:sp>
      <p:pic>
        <p:nvPicPr>
          <p:cNvPr id="2" name="Picture Placeholder 2">
            <a:extLst>
              <a:ext uri="{FF2B5EF4-FFF2-40B4-BE49-F238E27FC236}">
                <a16:creationId xmlns:a16="http://schemas.microsoft.com/office/drawing/2014/main" id="{50CE304D-ACDA-DF53-C30D-A4EE5126610A}"/>
              </a:ext>
            </a:extLst>
          </p:cNvPr>
          <p:cNvPicPr>
            <a:picLocks noChangeAspect="1"/>
          </p:cNvPicPr>
          <p:nvPr/>
        </p:nvPicPr>
        <p:blipFill>
          <a:blip r:embed="rId3">
            <a:extLst>
              <a:ext uri="{28A0092B-C50C-407E-A947-70E740481C1C}">
                <a14:useLocalDpi xmlns:a14="http://schemas.microsoft.com/office/drawing/2010/main" val="0"/>
              </a:ext>
            </a:extLst>
          </a:blip>
          <a:srcRect l="28" r="28"/>
          <a:stretch>
            <a:fillRect/>
          </a:stretch>
        </p:blipFill>
        <p:spPr>
          <a:xfrm>
            <a:off x="662315" y="1616129"/>
            <a:ext cx="2880000" cy="2880000"/>
          </a:xfrm>
          <a:prstGeom prst="ellipse">
            <a:avLst/>
          </a:prstGeom>
          <a:ln w="76200">
            <a:solidFill>
              <a:srgbClr val="E5B417"/>
            </a:solidFill>
          </a:ln>
        </p:spPr>
      </p:pic>
      <p:pic>
        <p:nvPicPr>
          <p:cNvPr id="5" name="Picture 4">
            <a:extLst>
              <a:ext uri="{FF2B5EF4-FFF2-40B4-BE49-F238E27FC236}">
                <a16:creationId xmlns:a16="http://schemas.microsoft.com/office/drawing/2014/main" id="{EB77CBB8-51D6-7E02-1B0F-B876FE51A2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08351" y="1616129"/>
            <a:ext cx="2621334" cy="2621334"/>
          </a:xfrm>
          <a:prstGeom prst="rect">
            <a:avLst/>
          </a:prstGeom>
        </p:spPr>
      </p:pic>
      <p:sp>
        <p:nvSpPr>
          <p:cNvPr id="6" name="Text Placeholder 42">
            <a:extLst>
              <a:ext uri="{FF2B5EF4-FFF2-40B4-BE49-F238E27FC236}">
                <a16:creationId xmlns:a16="http://schemas.microsoft.com/office/drawing/2014/main" id="{95C69116-3667-0B92-B675-92E74D68CAE7}"/>
              </a:ext>
            </a:extLst>
          </p:cNvPr>
          <p:cNvSpPr txBox="1">
            <a:spLocks/>
          </p:cNvSpPr>
          <p:nvPr/>
        </p:nvSpPr>
        <p:spPr>
          <a:xfrm>
            <a:off x="8779017" y="4237463"/>
            <a:ext cx="2880001" cy="11129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SLIDES &amp; FILES</a:t>
            </a:r>
          </a:p>
          <a:p>
            <a:pPr marL="0" indent="0" algn="ctr">
              <a:buNone/>
            </a:pPr>
            <a:r>
              <a:rPr lang="en-US" sz="2000" b="1" dirty="0"/>
              <a:t>on my GitHub</a:t>
            </a:r>
          </a:p>
        </p:txBody>
      </p:sp>
    </p:spTree>
    <p:extLst>
      <p:ext uri="{BB962C8B-B14F-4D97-AF65-F5344CB8AC3E}">
        <p14:creationId xmlns:p14="http://schemas.microsoft.com/office/powerpoint/2010/main" val="327350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323232"/>
      </a:dk2>
      <a:lt2>
        <a:srgbClr val="FDDA24"/>
      </a:lt2>
      <a:accent1>
        <a:srgbClr val="EF3340"/>
      </a:accent1>
      <a:accent2>
        <a:srgbClr val="000000"/>
      </a:accent2>
      <a:accent3>
        <a:srgbClr val="FDDA24"/>
      </a:accent3>
      <a:accent4>
        <a:srgbClr val="C00000"/>
      </a:accent4>
      <a:accent5>
        <a:srgbClr val="FDDA24"/>
      </a:accent5>
      <a:accent6>
        <a:srgbClr val="000000"/>
      </a:accent6>
      <a:hlink>
        <a:srgbClr val="C00000"/>
      </a:hlink>
      <a:folHlink>
        <a:srgbClr val="FFC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501"/>
        </a:solidFill>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PNBE26_Template_Slides.potx" id="{757924EF-F53A-4B32-A7A0-A7459F32A79E}" vid="{32747979-EF30-47DD-AD67-B7C7619D59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CEB7BB535A6474BB4560259C1DA4EA9" ma:contentTypeVersion="0" ma:contentTypeDescription="Create a new document." ma:contentTypeScope="" ma:versionID="080ba923665d28e93838630f2969b33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529947-0DF7-4363-87E7-3FEB8F5823E3}">
  <ds:schemaRefs>
    <ds:schemaRef ds:uri="http://schemas.microsoft.com/office/2006/documentManagement/types"/>
    <ds:schemaRef ds:uri="http://schemas.openxmlformats.org/package/2006/metadata/core-properties"/>
    <ds:schemaRef ds:uri="http://purl.org/dc/dcmitype/"/>
    <ds:schemaRef ds:uri="http://purl.org/dc/terms/"/>
    <ds:schemaRef ds:uri="http://purl.org/dc/elements/1.1/"/>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182E67D0-047B-45EE-AD4E-4F13EB784D58}">
  <ds:schemaRefs>
    <ds:schemaRef ds:uri="http://schemas.microsoft.com/sharepoint/v3/contenttype/forms"/>
  </ds:schemaRefs>
</ds:datastoreItem>
</file>

<file path=customXml/itemProps3.xml><?xml version="1.0" encoding="utf-8"?>
<ds:datastoreItem xmlns:ds="http://schemas.openxmlformats.org/officeDocument/2006/customXml" ds:itemID="{622FDBF3-2102-411D-ABE0-C1E9BDE4F9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WPNBE26_Template_Slides</Template>
  <TotalTime>0</TotalTime>
  <Words>1278</Words>
  <Application>Microsoft Office PowerPoint</Application>
  <PresentationFormat>Widescreen</PresentationFormat>
  <Paragraphs>232</Paragraphs>
  <Slides>32</Slides>
  <Notes>19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0</vt:i4>
      </vt:variant>
      <vt:variant>
        <vt:lpstr>Slide Titles</vt:lpstr>
      </vt:variant>
      <vt:variant>
        <vt:i4>32</vt:i4>
      </vt:variant>
    </vt:vector>
  </HeadingPairs>
  <TitlesOfParts>
    <vt:vector size="41" baseType="lpstr">
      <vt:lpstr>Aptos</vt:lpstr>
      <vt:lpstr>Aptos Display</vt:lpstr>
      <vt:lpstr>Arial</vt:lpstr>
      <vt:lpstr>Calibri</vt:lpstr>
      <vt:lpstr>Roboto Condensed</vt:lpstr>
      <vt:lpstr>Roboto Condensed Black</vt:lpstr>
      <vt:lpstr>Roboto Condensed Medium</vt:lpstr>
      <vt:lpstr>Wingdings</vt:lpstr>
      <vt:lpstr>Office Theme</vt:lpstr>
      <vt:lpstr>PowerPoint Presentation</vt:lpstr>
      <vt:lpstr>PowerPoint Presentation</vt:lpstr>
      <vt:lpstr>PowerPoint Presentation</vt:lpstr>
      <vt:lpstr>PowerPoint Presentation</vt:lpstr>
      <vt:lpstr>PowerPoint Presentation</vt:lpstr>
      <vt:lpstr>What is available?</vt:lpstr>
      <vt:lpstr>PowerPoint Presentation</vt:lpstr>
      <vt:lpstr>PowerPoint Presentation</vt:lpstr>
      <vt:lpstr>PowerPoint Presentation</vt:lpstr>
      <vt:lpstr>What is possible?</vt:lpstr>
      <vt:lpstr>PowerPoint Presentation</vt:lpstr>
      <vt:lpstr>PowerPoint Presentation</vt:lpstr>
      <vt:lpstr>PowerPoint Presentation</vt:lpstr>
      <vt:lpstr>What do you need?</vt:lpstr>
      <vt:lpstr>PowerPoint Presentation</vt:lpstr>
      <vt:lpstr>PowerPoint Presentation</vt:lpstr>
      <vt:lpstr>PowerPoint Presentation</vt:lpstr>
      <vt:lpstr>PowerPoint Presentation</vt:lpstr>
      <vt:lpstr>What does a possible finished flow look like?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Any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Sebastiaan de Wolf</dc:creator>
  <cp:lastModifiedBy>Sebastiaan de Wolf</cp:lastModifiedBy>
  <cp:revision>1</cp:revision>
  <dcterms:created xsi:type="dcterms:W3CDTF">2026-06-03T11:31:52Z</dcterms:created>
  <dcterms:modified xsi:type="dcterms:W3CDTF">2026-06-04T13:40:09Z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0x0101007CEB7BB535A6474BB4560259C1DA4EA9</vt:lpwstr>
  </property>
</Properties>
</file>