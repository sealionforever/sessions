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81" r:id="rId13"/>
    <p:sldId id="282" r:id="rId14"/>
    <p:sldId id="269" r:id="rId15"/>
    <p:sldId id="270" r:id="rId16"/>
    <p:sldId id="271" r:id="rId17"/>
    <p:sldId id="272" r:id="rId18"/>
    <p:sldId id="279" r:id="rId19"/>
    <p:sldId id="280" r:id="rId20"/>
    <p:sldId id="274" r:id="rId21"/>
    <p:sldId id="277" r:id="rId22"/>
    <p:sldId id="278" r:id="rId23"/>
    <p:sldId id="275" r:id="rId24"/>
    <p:sldId id="276" r:id="rId25"/>
    <p:sldId id="258" r:id="rId2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B4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BFAAC-2E74-4856-A278-C81AC77B250C}" v="686" dt="2025-11-27T12:32:30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7" autoAdjust="0"/>
    <p:restoredTop sz="74906" autoAdjust="0"/>
  </p:normalViewPr>
  <p:slideViewPr>
    <p:cSldViewPr snapToGrid="0">
      <p:cViewPr varScale="1">
        <p:scale>
          <a:sx n="116" d="100"/>
          <a:sy n="116" d="100"/>
        </p:scale>
        <p:origin x="316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289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an de Wolf" userId="ea5e8489-c9b3-4643-ad12-f74c0d8d89d3" providerId="ADAL" clId="{5A37BC08-ADFA-432E-B1D8-D2685C35B3C8}"/>
    <pc:docChg chg="undo custSel addSld delSld modSld sldOrd">
      <pc:chgData name="Sebastiaan de Wolf" userId="ea5e8489-c9b3-4643-ad12-f74c0d8d89d3" providerId="ADAL" clId="{5A37BC08-ADFA-432E-B1D8-D2685C35B3C8}" dt="2025-11-27T12:34:32.914" v="2009" actId="47"/>
      <pc:docMkLst>
        <pc:docMk/>
      </pc:docMkLst>
      <pc:sldChg chg="addSp delSp modSp mod modNotesTx">
        <pc:chgData name="Sebastiaan de Wolf" userId="ea5e8489-c9b3-4643-ad12-f74c0d8d89d3" providerId="ADAL" clId="{5A37BC08-ADFA-432E-B1D8-D2685C35B3C8}" dt="2025-11-27T12:10:51.510" v="1292" actId="962"/>
        <pc:sldMkLst>
          <pc:docMk/>
          <pc:sldMk cId="2593581148" sldId="256"/>
        </pc:sldMkLst>
        <pc:spChg chg="del">
          <ac:chgData name="Sebastiaan de Wolf" userId="ea5e8489-c9b3-4643-ad12-f74c0d8d89d3" providerId="ADAL" clId="{5A37BC08-ADFA-432E-B1D8-D2685C35B3C8}" dt="2025-11-27T12:10:49.922" v="1290" actId="931"/>
          <ac:spMkLst>
            <pc:docMk/>
            <pc:sldMk cId="2593581148" sldId="256"/>
            <ac:spMk id="12" creationId="{7111DCFC-BB6B-3A0D-1832-61B374A49021}"/>
          </ac:spMkLst>
        </pc:spChg>
        <pc:picChg chg="add mod">
          <ac:chgData name="Sebastiaan de Wolf" userId="ea5e8489-c9b3-4643-ad12-f74c0d8d89d3" providerId="ADAL" clId="{5A37BC08-ADFA-432E-B1D8-D2685C35B3C8}" dt="2025-11-27T12:10:51.510" v="1292" actId="962"/>
          <ac:picMkLst>
            <pc:docMk/>
            <pc:sldMk cId="2593581148" sldId="256"/>
            <ac:picMk id="3" creationId="{4A47CB1E-A25A-08DC-1CE3-5D3DC8DA19A8}"/>
          </ac:picMkLst>
        </pc:picChg>
      </pc:sldChg>
      <pc:sldChg chg="modAnim">
        <pc:chgData name="Sebastiaan de Wolf" userId="ea5e8489-c9b3-4643-ad12-f74c0d8d89d3" providerId="ADAL" clId="{5A37BC08-ADFA-432E-B1D8-D2685C35B3C8}" dt="2025-11-27T11:54:18.878" v="949"/>
        <pc:sldMkLst>
          <pc:docMk/>
          <pc:sldMk cId="1111823376" sldId="257"/>
        </pc:sldMkLst>
      </pc:sldChg>
      <pc:sldChg chg="modAnim">
        <pc:chgData name="Sebastiaan de Wolf" userId="ea5e8489-c9b3-4643-ad12-f74c0d8d89d3" providerId="ADAL" clId="{5A37BC08-ADFA-432E-B1D8-D2685C35B3C8}" dt="2025-11-27T12:22:27.711" v="1371"/>
        <pc:sldMkLst>
          <pc:docMk/>
          <pc:sldMk cId="3592814546" sldId="258"/>
        </pc:sldMkLst>
      </pc:sldChg>
      <pc:sldChg chg="addSp delSp modSp mod delAnim modAnim">
        <pc:chgData name="Sebastiaan de Wolf" userId="ea5e8489-c9b3-4643-ad12-f74c0d8d89d3" providerId="ADAL" clId="{5A37BC08-ADFA-432E-B1D8-D2685C35B3C8}" dt="2025-11-27T11:56:06.204" v="1076"/>
        <pc:sldMkLst>
          <pc:docMk/>
          <pc:sldMk cId="999975404" sldId="259"/>
        </pc:sldMkLst>
        <pc:spChg chg="del">
          <ac:chgData name="Sebastiaan de Wolf" userId="ea5e8489-c9b3-4643-ad12-f74c0d8d89d3" providerId="ADAL" clId="{5A37BC08-ADFA-432E-B1D8-D2685C35B3C8}" dt="2025-11-27T11:55:41.787" v="1068" actId="478"/>
          <ac:spMkLst>
            <pc:docMk/>
            <pc:sldMk cId="999975404" sldId="259"/>
            <ac:spMk id="3" creationId="{5EC8878E-7B13-AEC5-62BB-B6E1EA880BBD}"/>
          </ac:spMkLst>
        </pc:spChg>
        <pc:spChg chg="mod">
          <ac:chgData name="Sebastiaan de Wolf" userId="ea5e8489-c9b3-4643-ad12-f74c0d8d89d3" providerId="ADAL" clId="{5A37BC08-ADFA-432E-B1D8-D2685C35B3C8}" dt="2025-11-27T11:55:50.749" v="1072" actId="27636"/>
          <ac:spMkLst>
            <pc:docMk/>
            <pc:sldMk cId="999975404" sldId="259"/>
            <ac:spMk id="4" creationId="{135DB6EF-C4CC-1F08-0556-01CEDF123B58}"/>
          </ac:spMkLst>
        </pc:spChg>
        <pc:spChg chg="add del mod">
          <ac:chgData name="Sebastiaan de Wolf" userId="ea5e8489-c9b3-4643-ad12-f74c0d8d89d3" providerId="ADAL" clId="{5A37BC08-ADFA-432E-B1D8-D2685C35B3C8}" dt="2025-11-27T11:55:46.059" v="1069" actId="478"/>
          <ac:spMkLst>
            <pc:docMk/>
            <pc:sldMk cId="999975404" sldId="259"/>
            <ac:spMk id="6" creationId="{73116C8F-179F-9853-87C5-56B36BB18FEC}"/>
          </ac:spMkLst>
        </pc:spChg>
        <pc:spChg chg="del">
          <ac:chgData name="Sebastiaan de Wolf" userId="ea5e8489-c9b3-4643-ad12-f74c0d8d89d3" providerId="ADAL" clId="{5A37BC08-ADFA-432E-B1D8-D2685C35B3C8}" dt="2025-11-27T11:55:47.474" v="1070" actId="478"/>
          <ac:spMkLst>
            <pc:docMk/>
            <pc:sldMk cId="999975404" sldId="259"/>
            <ac:spMk id="10" creationId="{29B8C289-56A0-261B-4332-65F4501CF1B9}"/>
          </ac:spMkLst>
        </pc:spChg>
      </pc:sldChg>
      <pc:sldChg chg="modAnim">
        <pc:chgData name="Sebastiaan de Wolf" userId="ea5e8489-c9b3-4643-ad12-f74c0d8d89d3" providerId="ADAL" clId="{5A37BC08-ADFA-432E-B1D8-D2685C35B3C8}" dt="2025-11-27T12:17:01.258" v="1306"/>
        <pc:sldMkLst>
          <pc:docMk/>
          <pc:sldMk cId="3774889272" sldId="260"/>
        </pc:sldMkLst>
      </pc:sldChg>
      <pc:sldChg chg="modAnim">
        <pc:chgData name="Sebastiaan de Wolf" userId="ea5e8489-c9b3-4643-ad12-f74c0d8d89d3" providerId="ADAL" clId="{5A37BC08-ADFA-432E-B1D8-D2685C35B3C8}" dt="2025-11-27T11:55:11.886" v="1061"/>
        <pc:sldMkLst>
          <pc:docMk/>
          <pc:sldMk cId="2647710297" sldId="261"/>
        </pc:sldMkLst>
      </pc:sldChg>
      <pc:sldChg chg="modAnim">
        <pc:chgData name="Sebastiaan de Wolf" userId="ea5e8489-c9b3-4643-ad12-f74c0d8d89d3" providerId="ADAL" clId="{5A37BC08-ADFA-432E-B1D8-D2685C35B3C8}" dt="2025-11-27T12:17:31.284" v="1311"/>
        <pc:sldMkLst>
          <pc:docMk/>
          <pc:sldMk cId="1534709225" sldId="262"/>
        </pc:sldMkLst>
      </pc:sldChg>
      <pc:sldChg chg="modSp modAnim modNotesTx">
        <pc:chgData name="Sebastiaan de Wolf" userId="ea5e8489-c9b3-4643-ad12-f74c0d8d89d3" providerId="ADAL" clId="{5A37BC08-ADFA-432E-B1D8-D2685C35B3C8}" dt="2025-11-27T12:33:36.473" v="1987" actId="20577"/>
        <pc:sldMkLst>
          <pc:docMk/>
          <pc:sldMk cId="205999778" sldId="263"/>
        </pc:sldMkLst>
        <pc:spChg chg="mod">
          <ac:chgData name="Sebastiaan de Wolf" userId="ea5e8489-c9b3-4643-ad12-f74c0d8d89d3" providerId="ADAL" clId="{5A37BC08-ADFA-432E-B1D8-D2685C35B3C8}" dt="2025-11-27T12:12:42.434" v="1296" actId="20577"/>
          <ac:spMkLst>
            <pc:docMk/>
            <pc:sldMk cId="205999778" sldId="263"/>
            <ac:spMk id="4" creationId="{A62D99C6-9C82-3FF6-E74A-7BD9D4AAE61A}"/>
          </ac:spMkLst>
        </pc:spChg>
      </pc:sldChg>
      <pc:sldChg chg="modAnim">
        <pc:chgData name="Sebastiaan de Wolf" userId="ea5e8489-c9b3-4643-ad12-f74c0d8d89d3" providerId="ADAL" clId="{5A37BC08-ADFA-432E-B1D8-D2685C35B3C8}" dt="2025-11-27T12:12:58.814" v="1297"/>
        <pc:sldMkLst>
          <pc:docMk/>
          <pc:sldMk cId="4208446595" sldId="264"/>
        </pc:sldMkLst>
      </pc:sldChg>
      <pc:sldChg chg="addSp modSp mod modAnim">
        <pc:chgData name="Sebastiaan de Wolf" userId="ea5e8489-c9b3-4643-ad12-f74c0d8d89d3" providerId="ADAL" clId="{5A37BC08-ADFA-432E-B1D8-D2685C35B3C8}" dt="2025-11-27T12:32:30.576" v="1844" actId="20577"/>
        <pc:sldMkLst>
          <pc:docMk/>
          <pc:sldMk cId="3422242493" sldId="265"/>
        </pc:sldMkLst>
        <pc:spChg chg="mod">
          <ac:chgData name="Sebastiaan de Wolf" userId="ea5e8489-c9b3-4643-ad12-f74c0d8d89d3" providerId="ADAL" clId="{5A37BC08-ADFA-432E-B1D8-D2685C35B3C8}" dt="2025-11-27T12:31:48.146" v="1777" actId="20577"/>
          <ac:spMkLst>
            <pc:docMk/>
            <pc:sldMk cId="3422242493" sldId="265"/>
            <ac:spMk id="3" creationId="{AB009D09-6CF5-4291-383B-F6F7C2378B1E}"/>
          </ac:spMkLst>
        </pc:spChg>
        <pc:spChg chg="add mod">
          <ac:chgData name="Sebastiaan de Wolf" userId="ea5e8489-c9b3-4643-ad12-f74c0d8d89d3" providerId="ADAL" clId="{5A37BC08-ADFA-432E-B1D8-D2685C35B3C8}" dt="2025-11-27T12:32:07.821" v="1802" actId="20577"/>
          <ac:spMkLst>
            <pc:docMk/>
            <pc:sldMk cId="3422242493" sldId="265"/>
            <ac:spMk id="4" creationId="{09267AF2-1EB6-F5A3-D3C4-E01FB7E6C674}"/>
          </ac:spMkLst>
        </pc:spChg>
        <pc:spChg chg="add mod">
          <ac:chgData name="Sebastiaan de Wolf" userId="ea5e8489-c9b3-4643-ad12-f74c0d8d89d3" providerId="ADAL" clId="{5A37BC08-ADFA-432E-B1D8-D2685C35B3C8}" dt="2025-11-27T12:32:30.576" v="1844" actId="20577"/>
          <ac:spMkLst>
            <pc:docMk/>
            <pc:sldMk cId="3422242493" sldId="265"/>
            <ac:spMk id="5" creationId="{829C8A93-E9BA-997F-1854-369496C58D77}"/>
          </ac:spMkLst>
        </pc:spChg>
      </pc:sldChg>
      <pc:sldChg chg="modSp modAnim modNotesTx">
        <pc:chgData name="Sebastiaan de Wolf" userId="ea5e8489-c9b3-4643-ad12-f74c0d8d89d3" providerId="ADAL" clId="{5A37BC08-ADFA-432E-B1D8-D2685C35B3C8}" dt="2025-11-27T12:33:18.568" v="1912" actId="20577"/>
        <pc:sldMkLst>
          <pc:docMk/>
          <pc:sldMk cId="797323670" sldId="266"/>
        </pc:sldMkLst>
        <pc:spChg chg="mod">
          <ac:chgData name="Sebastiaan de Wolf" userId="ea5e8489-c9b3-4643-ad12-f74c0d8d89d3" providerId="ADAL" clId="{5A37BC08-ADFA-432E-B1D8-D2685C35B3C8}" dt="2025-11-27T11:46:50.114" v="741"/>
          <ac:spMkLst>
            <pc:docMk/>
            <pc:sldMk cId="797323670" sldId="266"/>
            <ac:spMk id="3" creationId="{D2E73AC4-B98F-C748-9DAB-735D4B3B9D99}"/>
          </ac:spMkLst>
        </pc:spChg>
      </pc:sldChg>
      <pc:sldChg chg="modSp mod modAnim modNotes modNotesTx">
        <pc:chgData name="Sebastiaan de Wolf" userId="ea5e8489-c9b3-4643-ad12-f74c0d8d89d3" providerId="ADAL" clId="{5A37BC08-ADFA-432E-B1D8-D2685C35B3C8}" dt="2025-11-27T11:57:38.429" v="1086"/>
        <pc:sldMkLst>
          <pc:docMk/>
          <pc:sldMk cId="733911366" sldId="267"/>
        </pc:sldMkLst>
        <pc:spChg chg="mod">
          <ac:chgData name="Sebastiaan de Wolf" userId="ea5e8489-c9b3-4643-ad12-f74c0d8d89d3" providerId="ADAL" clId="{5A37BC08-ADFA-432E-B1D8-D2685C35B3C8}" dt="2025-11-27T11:52:19.731" v="940" actId="20577"/>
          <ac:spMkLst>
            <pc:docMk/>
            <pc:sldMk cId="733911366" sldId="267"/>
            <ac:spMk id="3" creationId="{6024ED5E-37A8-CF34-423A-D66E2DC42635}"/>
          </ac:spMkLst>
        </pc:spChg>
      </pc:sldChg>
      <pc:sldChg chg="modAnim">
        <pc:chgData name="Sebastiaan de Wolf" userId="ea5e8489-c9b3-4643-ad12-f74c0d8d89d3" providerId="ADAL" clId="{5A37BC08-ADFA-432E-B1D8-D2685C35B3C8}" dt="2025-11-27T11:59:36.103" v="1101"/>
        <pc:sldMkLst>
          <pc:docMk/>
          <pc:sldMk cId="1086568759" sldId="269"/>
        </pc:sldMkLst>
      </pc:sldChg>
      <pc:sldChg chg="addSp modSp mod modAnim">
        <pc:chgData name="Sebastiaan de Wolf" userId="ea5e8489-c9b3-4643-ad12-f74c0d8d89d3" providerId="ADAL" clId="{5A37BC08-ADFA-432E-B1D8-D2685C35B3C8}" dt="2025-11-27T12:30:59.840" v="1772"/>
        <pc:sldMkLst>
          <pc:docMk/>
          <pc:sldMk cId="1352115741" sldId="270"/>
        </pc:sldMkLst>
        <pc:spChg chg="mod">
          <ac:chgData name="Sebastiaan de Wolf" userId="ea5e8489-c9b3-4643-ad12-f74c0d8d89d3" providerId="ADAL" clId="{5A37BC08-ADFA-432E-B1D8-D2685C35B3C8}" dt="2025-11-27T11:48:02.964" v="816" actId="20577"/>
          <ac:spMkLst>
            <pc:docMk/>
            <pc:sldMk cId="1352115741" sldId="270"/>
            <ac:spMk id="2" creationId="{8567C82D-8648-0A32-FF78-51984206F977}"/>
          </ac:spMkLst>
        </pc:spChg>
        <pc:spChg chg="mod">
          <ac:chgData name="Sebastiaan de Wolf" userId="ea5e8489-c9b3-4643-ad12-f74c0d8d89d3" providerId="ADAL" clId="{5A37BC08-ADFA-432E-B1D8-D2685C35B3C8}" dt="2025-11-27T12:28:07.636" v="1603" actId="14100"/>
          <ac:spMkLst>
            <pc:docMk/>
            <pc:sldMk cId="1352115741" sldId="270"/>
            <ac:spMk id="3" creationId="{98BF0806-6A2A-86FD-5AA2-5C9E16C69CA7}"/>
          </ac:spMkLst>
        </pc:spChg>
        <pc:spChg chg="add mod">
          <ac:chgData name="Sebastiaan de Wolf" userId="ea5e8489-c9b3-4643-ad12-f74c0d8d89d3" providerId="ADAL" clId="{5A37BC08-ADFA-432E-B1D8-D2685C35B3C8}" dt="2025-11-27T12:30:51.224" v="1770" actId="20577"/>
          <ac:spMkLst>
            <pc:docMk/>
            <pc:sldMk cId="1352115741" sldId="270"/>
            <ac:spMk id="4" creationId="{4338B239-5580-7637-2EB7-FADAD80E6B8B}"/>
          </ac:spMkLst>
        </pc:spChg>
        <pc:spChg chg="add mod">
          <ac:chgData name="Sebastiaan de Wolf" userId="ea5e8489-c9b3-4643-ad12-f74c0d8d89d3" providerId="ADAL" clId="{5A37BC08-ADFA-432E-B1D8-D2685C35B3C8}" dt="2025-11-27T12:30:29.484" v="1767" actId="20577"/>
          <ac:spMkLst>
            <pc:docMk/>
            <pc:sldMk cId="1352115741" sldId="270"/>
            <ac:spMk id="5" creationId="{5C3D36CC-FCEA-97B8-D6A2-61E7F9E7D843}"/>
          </ac:spMkLst>
        </pc:spChg>
      </pc:sldChg>
      <pc:sldChg chg="modSp mod modAnim">
        <pc:chgData name="Sebastiaan de Wolf" userId="ea5e8489-c9b3-4643-ad12-f74c0d8d89d3" providerId="ADAL" clId="{5A37BC08-ADFA-432E-B1D8-D2685C35B3C8}" dt="2025-11-27T12:20:59.526" v="1353"/>
        <pc:sldMkLst>
          <pc:docMk/>
          <pc:sldMk cId="679882641" sldId="271"/>
        </pc:sldMkLst>
        <pc:spChg chg="mod">
          <ac:chgData name="Sebastiaan de Wolf" userId="ea5e8489-c9b3-4643-ad12-f74c0d8d89d3" providerId="ADAL" clId="{5A37BC08-ADFA-432E-B1D8-D2685C35B3C8}" dt="2025-11-27T11:47:40.157" v="761" actId="20577"/>
          <ac:spMkLst>
            <pc:docMk/>
            <pc:sldMk cId="679882641" sldId="271"/>
            <ac:spMk id="2" creationId="{D8A17D4E-D868-0204-CA02-F8BF4A153CCB}"/>
          </ac:spMkLst>
        </pc:spChg>
        <pc:spChg chg="mod">
          <ac:chgData name="Sebastiaan de Wolf" userId="ea5e8489-c9b3-4643-ad12-f74c0d8d89d3" providerId="ADAL" clId="{5A37BC08-ADFA-432E-B1D8-D2685C35B3C8}" dt="2025-11-27T12:20:50.774" v="1350" actId="14100"/>
          <ac:spMkLst>
            <pc:docMk/>
            <pc:sldMk cId="679882641" sldId="271"/>
            <ac:spMk id="3" creationId="{446D78EF-41A8-2962-8082-0762629ED2F8}"/>
          </ac:spMkLst>
        </pc:spChg>
      </pc:sldChg>
      <pc:sldChg chg="modSp mod modAnim modNotes modNotesTx">
        <pc:chgData name="Sebastiaan de Wolf" userId="ea5e8489-c9b3-4643-ad12-f74c0d8d89d3" providerId="ADAL" clId="{5A37BC08-ADFA-432E-B1D8-D2685C35B3C8}" dt="2025-11-27T12:00:12.596" v="1104"/>
        <pc:sldMkLst>
          <pc:docMk/>
          <pc:sldMk cId="1915751296" sldId="272"/>
        </pc:sldMkLst>
        <pc:spChg chg="mod">
          <ac:chgData name="Sebastiaan de Wolf" userId="ea5e8489-c9b3-4643-ad12-f74c0d8d89d3" providerId="ADAL" clId="{5A37BC08-ADFA-432E-B1D8-D2685C35B3C8}" dt="2025-11-27T11:47:45.978" v="771" actId="20577"/>
          <ac:spMkLst>
            <pc:docMk/>
            <pc:sldMk cId="1915751296" sldId="272"/>
            <ac:spMk id="2" creationId="{F67AA511-85C6-5564-B3F2-90B56A16DC1A}"/>
          </ac:spMkLst>
        </pc:spChg>
        <pc:spChg chg="mod">
          <ac:chgData name="Sebastiaan de Wolf" userId="ea5e8489-c9b3-4643-ad12-f74c0d8d89d3" providerId="ADAL" clId="{5A37BC08-ADFA-432E-B1D8-D2685C35B3C8}" dt="2025-11-27T11:46:50.114" v="741"/>
          <ac:spMkLst>
            <pc:docMk/>
            <pc:sldMk cId="1915751296" sldId="272"/>
            <ac:spMk id="3" creationId="{6863B112-B9CF-4CD4-B133-3E47C912C998}"/>
          </ac:spMkLst>
        </pc:spChg>
      </pc:sldChg>
      <pc:sldChg chg="modAnim">
        <pc:chgData name="Sebastiaan de Wolf" userId="ea5e8489-c9b3-4643-ad12-f74c0d8d89d3" providerId="ADAL" clId="{5A37BC08-ADFA-432E-B1D8-D2685C35B3C8}" dt="2025-11-27T12:16:35.229" v="1303"/>
        <pc:sldMkLst>
          <pc:docMk/>
          <pc:sldMk cId="1497699403" sldId="274"/>
        </pc:sldMkLst>
      </pc:sldChg>
      <pc:sldChg chg="delSp modSp mod modAnim modNotesTx">
        <pc:chgData name="Sebastiaan de Wolf" userId="ea5e8489-c9b3-4643-ad12-f74c0d8d89d3" providerId="ADAL" clId="{5A37BC08-ADFA-432E-B1D8-D2685C35B3C8}" dt="2025-11-27T12:22:12.867" v="1369"/>
        <pc:sldMkLst>
          <pc:docMk/>
          <pc:sldMk cId="1214978424" sldId="275"/>
        </pc:sldMkLst>
        <pc:spChg chg="mod">
          <ac:chgData name="Sebastiaan de Wolf" userId="ea5e8489-c9b3-4643-ad12-f74c0d8d89d3" providerId="ADAL" clId="{5A37BC08-ADFA-432E-B1D8-D2685C35B3C8}" dt="2025-11-27T12:03:46.026" v="1178" actId="27636"/>
          <ac:spMkLst>
            <pc:docMk/>
            <pc:sldMk cId="1214978424" sldId="275"/>
            <ac:spMk id="3" creationId="{917AF079-2344-04CE-32A7-E67B80D0EAE0}"/>
          </ac:spMkLst>
        </pc:spChg>
        <pc:spChg chg="del">
          <ac:chgData name="Sebastiaan de Wolf" userId="ea5e8489-c9b3-4643-ad12-f74c0d8d89d3" providerId="ADAL" clId="{5A37BC08-ADFA-432E-B1D8-D2685C35B3C8}" dt="2025-11-27T12:03:42.884" v="1176" actId="478"/>
          <ac:spMkLst>
            <pc:docMk/>
            <pc:sldMk cId="1214978424" sldId="275"/>
            <ac:spMk id="4" creationId="{E43BCEC2-D46B-FDBC-8B05-F2C924E3B2B0}"/>
          </ac:spMkLst>
        </pc:spChg>
      </pc:sldChg>
      <pc:sldChg chg="addSp delSp modSp mod modAnim modNotesTx">
        <pc:chgData name="Sebastiaan de Wolf" userId="ea5e8489-c9b3-4643-ad12-f74c0d8d89d3" providerId="ADAL" clId="{5A37BC08-ADFA-432E-B1D8-D2685C35B3C8}" dt="2025-11-27T12:15:46.084" v="1301"/>
        <pc:sldMkLst>
          <pc:docMk/>
          <pc:sldMk cId="317124549" sldId="276"/>
        </pc:sldMkLst>
        <pc:spChg chg="del mod">
          <ac:chgData name="Sebastiaan de Wolf" userId="ea5e8489-c9b3-4643-ad12-f74c0d8d89d3" providerId="ADAL" clId="{5A37BC08-ADFA-432E-B1D8-D2685C35B3C8}" dt="2025-11-27T12:05:38.024" v="1183" actId="931"/>
          <ac:spMkLst>
            <pc:docMk/>
            <pc:sldMk cId="317124549" sldId="276"/>
            <ac:spMk id="3" creationId="{5C6F0DD5-0311-52A9-E608-235BC1F94949}"/>
          </ac:spMkLst>
        </pc:spChg>
        <pc:spChg chg="add mod">
          <ac:chgData name="Sebastiaan de Wolf" userId="ea5e8489-c9b3-4643-ad12-f74c0d8d89d3" providerId="ADAL" clId="{5A37BC08-ADFA-432E-B1D8-D2685C35B3C8}" dt="2025-11-27T12:07:34.116" v="1223" actId="20577"/>
          <ac:spMkLst>
            <pc:docMk/>
            <pc:sldMk cId="317124549" sldId="276"/>
            <ac:spMk id="6" creationId="{2D7E5CCE-82D5-91B7-F22B-80D97AE000A8}"/>
          </ac:spMkLst>
        </pc:spChg>
        <pc:picChg chg="add mod">
          <ac:chgData name="Sebastiaan de Wolf" userId="ea5e8489-c9b3-4643-ad12-f74c0d8d89d3" providerId="ADAL" clId="{5A37BC08-ADFA-432E-B1D8-D2685C35B3C8}" dt="2025-11-27T12:06:19.033" v="1191" actId="1076"/>
          <ac:picMkLst>
            <pc:docMk/>
            <pc:sldMk cId="317124549" sldId="276"/>
            <ac:picMk id="5" creationId="{898C74E4-7F9C-6EDC-F938-3386EB036EAE}"/>
          </ac:picMkLst>
        </pc:picChg>
      </pc:sldChg>
      <pc:sldChg chg="addSp delSp modSp new mod modAnim">
        <pc:chgData name="Sebastiaan de Wolf" userId="ea5e8489-c9b3-4643-ad12-f74c0d8d89d3" providerId="ADAL" clId="{5A37BC08-ADFA-432E-B1D8-D2685C35B3C8}" dt="2025-11-27T12:25:45.825" v="1446" actId="20577"/>
        <pc:sldMkLst>
          <pc:docMk/>
          <pc:sldMk cId="107606761" sldId="277"/>
        </pc:sldMkLst>
        <pc:spChg chg="mod">
          <ac:chgData name="Sebastiaan de Wolf" userId="ea5e8489-c9b3-4643-ad12-f74c0d8d89d3" providerId="ADAL" clId="{5A37BC08-ADFA-432E-B1D8-D2685C35B3C8}" dt="2025-11-27T11:32:10.724" v="32" actId="20577"/>
          <ac:spMkLst>
            <pc:docMk/>
            <pc:sldMk cId="107606761" sldId="277"/>
            <ac:spMk id="2" creationId="{DFADCED2-9534-4A18-F96E-61DBED7721BD}"/>
          </ac:spMkLst>
        </pc:spChg>
        <pc:spChg chg="add del mod">
          <ac:chgData name="Sebastiaan de Wolf" userId="ea5e8489-c9b3-4643-ad12-f74c0d8d89d3" providerId="ADAL" clId="{5A37BC08-ADFA-432E-B1D8-D2685C35B3C8}" dt="2025-11-27T12:25:45.825" v="1446" actId="20577"/>
          <ac:spMkLst>
            <pc:docMk/>
            <pc:sldMk cId="107606761" sldId="277"/>
            <ac:spMk id="3" creationId="{156022B2-D9D1-1A8F-502B-593362FC1952}"/>
          </ac:spMkLst>
        </pc:spChg>
        <pc:spChg chg="add del mod">
          <ac:chgData name="Sebastiaan de Wolf" userId="ea5e8489-c9b3-4643-ad12-f74c0d8d89d3" providerId="ADAL" clId="{5A37BC08-ADFA-432E-B1D8-D2685C35B3C8}" dt="2025-11-27T12:01:12.084" v="1130" actId="478"/>
          <ac:spMkLst>
            <pc:docMk/>
            <pc:sldMk cId="107606761" sldId="277"/>
            <ac:spMk id="4" creationId="{50C104EB-EDD4-052D-C77D-7FC7306AA31F}"/>
          </ac:spMkLst>
        </pc:spChg>
        <pc:spChg chg="add del mod">
          <ac:chgData name="Sebastiaan de Wolf" userId="ea5e8489-c9b3-4643-ad12-f74c0d8d89d3" providerId="ADAL" clId="{5A37BC08-ADFA-432E-B1D8-D2685C35B3C8}" dt="2025-11-27T12:00:44.114" v="1112" actId="478"/>
          <ac:spMkLst>
            <pc:docMk/>
            <pc:sldMk cId="107606761" sldId="277"/>
            <ac:spMk id="5" creationId="{184E3CFC-E06E-1D3A-FA9A-E7CA80AFB760}"/>
          </ac:spMkLst>
        </pc:spChg>
        <pc:spChg chg="add del mod">
          <ac:chgData name="Sebastiaan de Wolf" userId="ea5e8489-c9b3-4643-ad12-f74c0d8d89d3" providerId="ADAL" clId="{5A37BC08-ADFA-432E-B1D8-D2685C35B3C8}" dt="2025-11-27T12:01:05.436" v="1125" actId="478"/>
          <ac:spMkLst>
            <pc:docMk/>
            <pc:sldMk cId="107606761" sldId="277"/>
            <ac:spMk id="7" creationId="{96CDFB3D-EA21-44B8-84EF-EB316D987313}"/>
          </ac:spMkLst>
        </pc:spChg>
      </pc:sldChg>
      <pc:sldChg chg="modSp new mod modAnim modNotesTx">
        <pc:chgData name="Sebastiaan de Wolf" userId="ea5e8489-c9b3-4643-ad12-f74c0d8d89d3" providerId="ADAL" clId="{5A37BC08-ADFA-432E-B1D8-D2685C35B3C8}" dt="2025-11-27T12:02:16.161" v="1142"/>
        <pc:sldMkLst>
          <pc:docMk/>
          <pc:sldMk cId="2951782306" sldId="278"/>
        </pc:sldMkLst>
        <pc:spChg chg="mod">
          <ac:chgData name="Sebastiaan de Wolf" userId="ea5e8489-c9b3-4643-ad12-f74c0d8d89d3" providerId="ADAL" clId="{5A37BC08-ADFA-432E-B1D8-D2685C35B3C8}" dt="2025-11-27T11:34:58.355" v="154" actId="20577"/>
          <ac:spMkLst>
            <pc:docMk/>
            <pc:sldMk cId="2951782306" sldId="278"/>
            <ac:spMk id="4" creationId="{05CB57D3-EA20-0A43-BFCC-D48BF10E1CC3}"/>
          </ac:spMkLst>
        </pc:spChg>
      </pc:sldChg>
      <pc:sldChg chg="addSp modSp new mod modAnim modNotesTx">
        <pc:chgData name="Sebastiaan de Wolf" userId="ea5e8489-c9b3-4643-ad12-f74c0d8d89d3" providerId="ADAL" clId="{5A37BC08-ADFA-432E-B1D8-D2685C35B3C8}" dt="2025-11-27T12:21:15.314" v="1356"/>
        <pc:sldMkLst>
          <pc:docMk/>
          <pc:sldMk cId="3984158077" sldId="279"/>
        </pc:sldMkLst>
        <pc:spChg chg="mod">
          <ac:chgData name="Sebastiaan de Wolf" userId="ea5e8489-c9b3-4643-ad12-f74c0d8d89d3" providerId="ADAL" clId="{5A37BC08-ADFA-432E-B1D8-D2685C35B3C8}" dt="2025-11-27T11:35:38.743" v="162" actId="20577"/>
          <ac:spMkLst>
            <pc:docMk/>
            <pc:sldMk cId="3984158077" sldId="279"/>
            <ac:spMk id="2" creationId="{576BF205-6AC1-A286-883D-276C62D9A011}"/>
          </ac:spMkLst>
        </pc:spChg>
        <pc:spChg chg="mod">
          <ac:chgData name="Sebastiaan de Wolf" userId="ea5e8489-c9b3-4643-ad12-f74c0d8d89d3" providerId="ADAL" clId="{5A37BC08-ADFA-432E-B1D8-D2685C35B3C8}" dt="2025-11-27T11:38:46.524" v="259" actId="14100"/>
          <ac:spMkLst>
            <pc:docMk/>
            <pc:sldMk cId="3984158077" sldId="279"/>
            <ac:spMk id="3" creationId="{A350C973-D947-2E9B-C0F0-672C4237EABD}"/>
          </ac:spMkLst>
        </pc:spChg>
        <pc:spChg chg="add mod">
          <ac:chgData name="Sebastiaan de Wolf" userId="ea5e8489-c9b3-4643-ad12-f74c0d8d89d3" providerId="ADAL" clId="{5A37BC08-ADFA-432E-B1D8-D2685C35B3C8}" dt="2025-11-27T11:46:50.114" v="741"/>
          <ac:spMkLst>
            <pc:docMk/>
            <pc:sldMk cId="3984158077" sldId="279"/>
            <ac:spMk id="4" creationId="{3B72CEBB-7925-0C9D-743D-6EDFDD0C7959}"/>
          </ac:spMkLst>
        </pc:spChg>
      </pc:sldChg>
      <pc:sldChg chg="delSp modSp add mod modAnim modNotesTx">
        <pc:chgData name="Sebastiaan de Wolf" userId="ea5e8489-c9b3-4643-ad12-f74c0d8d89d3" providerId="ADAL" clId="{5A37BC08-ADFA-432E-B1D8-D2685C35B3C8}" dt="2025-11-27T12:21:29.624" v="1358"/>
        <pc:sldMkLst>
          <pc:docMk/>
          <pc:sldMk cId="1925732665" sldId="280"/>
        </pc:sldMkLst>
        <pc:spChg chg="mod">
          <ac:chgData name="Sebastiaan de Wolf" userId="ea5e8489-c9b3-4643-ad12-f74c0d8d89d3" providerId="ADAL" clId="{5A37BC08-ADFA-432E-B1D8-D2685C35B3C8}" dt="2025-11-27T11:41:53.004" v="276" actId="20577"/>
          <ac:spMkLst>
            <pc:docMk/>
            <pc:sldMk cId="1925732665" sldId="280"/>
            <ac:spMk id="2" creationId="{AF558C90-5CE6-C969-9642-29AD3C78091C}"/>
          </ac:spMkLst>
        </pc:spChg>
        <pc:spChg chg="mod">
          <ac:chgData name="Sebastiaan de Wolf" userId="ea5e8489-c9b3-4643-ad12-f74c0d8d89d3" providerId="ADAL" clId="{5A37BC08-ADFA-432E-B1D8-D2685C35B3C8}" dt="2025-11-27T11:46:50.114" v="741"/>
          <ac:spMkLst>
            <pc:docMk/>
            <pc:sldMk cId="1925732665" sldId="280"/>
            <ac:spMk id="3" creationId="{C010ACD9-B326-6DDF-CAA1-0B6E833D1ACB}"/>
          </ac:spMkLst>
        </pc:spChg>
        <pc:spChg chg="del">
          <ac:chgData name="Sebastiaan de Wolf" userId="ea5e8489-c9b3-4643-ad12-f74c0d8d89d3" providerId="ADAL" clId="{5A37BC08-ADFA-432E-B1D8-D2685C35B3C8}" dt="2025-11-27T11:44:22.102" v="656" actId="478"/>
          <ac:spMkLst>
            <pc:docMk/>
            <pc:sldMk cId="1925732665" sldId="280"/>
            <ac:spMk id="4" creationId="{ACD06BEF-569F-FA44-610C-FFC7DEE3B72F}"/>
          </ac:spMkLst>
        </pc:spChg>
      </pc:sldChg>
      <pc:sldChg chg="modSp add mod ord modAnim">
        <pc:chgData name="Sebastiaan de Wolf" userId="ea5e8489-c9b3-4643-ad12-f74c0d8d89d3" providerId="ADAL" clId="{5A37BC08-ADFA-432E-B1D8-D2685C35B3C8}" dt="2025-11-27T12:19:57.524" v="1340"/>
        <pc:sldMkLst>
          <pc:docMk/>
          <pc:sldMk cId="3932638017" sldId="281"/>
        </pc:sldMkLst>
        <pc:spChg chg="mod">
          <ac:chgData name="Sebastiaan de Wolf" userId="ea5e8489-c9b3-4643-ad12-f74c0d8d89d3" providerId="ADAL" clId="{5A37BC08-ADFA-432E-B1D8-D2685C35B3C8}" dt="2025-11-27T11:49:50.385" v="892" actId="21"/>
          <ac:spMkLst>
            <pc:docMk/>
            <pc:sldMk cId="3932638017" sldId="281"/>
            <ac:spMk id="3" creationId="{78BD6C4F-8A9B-1B2D-19FF-FE9C782369C5}"/>
          </ac:spMkLst>
        </pc:spChg>
        <pc:spChg chg="mod">
          <ac:chgData name="Sebastiaan de Wolf" userId="ea5e8489-c9b3-4643-ad12-f74c0d8d89d3" providerId="ADAL" clId="{5A37BC08-ADFA-432E-B1D8-D2685C35B3C8}" dt="2025-11-27T11:48:45.524" v="837" actId="27636"/>
          <ac:spMkLst>
            <pc:docMk/>
            <pc:sldMk cId="3932638017" sldId="281"/>
            <ac:spMk id="4" creationId="{4F8A1279-DBCE-03E3-A31F-DC8E1285C180}"/>
          </ac:spMkLst>
        </pc:spChg>
      </pc:sldChg>
      <pc:sldChg chg="modSp add mod ord modAnim">
        <pc:chgData name="Sebastiaan de Wolf" userId="ea5e8489-c9b3-4643-ad12-f74c0d8d89d3" providerId="ADAL" clId="{5A37BC08-ADFA-432E-B1D8-D2685C35B3C8}" dt="2025-11-27T12:20:09.744" v="1342"/>
        <pc:sldMkLst>
          <pc:docMk/>
          <pc:sldMk cId="56894089" sldId="282"/>
        </pc:sldMkLst>
        <pc:spChg chg="mod">
          <ac:chgData name="Sebastiaan de Wolf" userId="ea5e8489-c9b3-4643-ad12-f74c0d8d89d3" providerId="ADAL" clId="{5A37BC08-ADFA-432E-B1D8-D2685C35B3C8}" dt="2025-11-27T11:52:13.346" v="936" actId="20577"/>
          <ac:spMkLst>
            <pc:docMk/>
            <pc:sldMk cId="56894089" sldId="282"/>
            <ac:spMk id="3" creationId="{27C3E7CC-95EB-9CA1-744A-0C4E070903AC}"/>
          </ac:spMkLst>
        </pc:spChg>
      </pc:sldChg>
      <pc:sldChg chg="modSp new del mod">
        <pc:chgData name="Sebastiaan de Wolf" userId="ea5e8489-c9b3-4643-ad12-f74c0d8d89d3" providerId="ADAL" clId="{5A37BC08-ADFA-432E-B1D8-D2685C35B3C8}" dt="2025-11-27T12:34:32.914" v="2009" actId="47"/>
        <pc:sldMkLst>
          <pc:docMk/>
          <pc:sldMk cId="2050128186" sldId="283"/>
        </pc:sldMkLst>
        <pc:spChg chg="mod">
          <ac:chgData name="Sebastiaan de Wolf" userId="ea5e8489-c9b3-4643-ad12-f74c0d8d89d3" providerId="ADAL" clId="{5A37BC08-ADFA-432E-B1D8-D2685C35B3C8}" dt="2025-11-27T12:34:05.555" v="2007" actId="20577"/>
          <ac:spMkLst>
            <pc:docMk/>
            <pc:sldMk cId="2050128186" sldId="283"/>
            <ac:spMk id="2" creationId="{63F00138-D9FF-5D7B-00BD-11B811951D89}"/>
          </ac:spMkLst>
        </pc:spChg>
        <pc:spChg chg="mod">
          <ac:chgData name="Sebastiaan de Wolf" userId="ea5e8489-c9b3-4643-ad12-f74c0d8d89d3" providerId="ADAL" clId="{5A37BC08-ADFA-432E-B1D8-D2685C35B3C8}" dt="2025-11-27T12:34:09.134" v="2008" actId="12"/>
          <ac:spMkLst>
            <pc:docMk/>
            <pc:sldMk cId="2050128186" sldId="283"/>
            <ac:spMk id="3" creationId="{068EA548-8852-1E57-C870-15E2848210F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5667F1-1B20-FE3F-8E77-0CD335AE9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2A0BD-E67E-F428-C52B-98C333065D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E13BA-C5F1-44D4-A054-8F36FAE44AFB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C990E-D28C-E90B-6ADA-74991635B8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3A2E9-384E-53FC-D476-ED389FA34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5F506-B8D3-4447-9293-20F63749EE9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0724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8FC10-EC45-4231-80AB-8B70AF21283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6D0E7-1486-4B53-94AC-78C928CA9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5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you have open:</a:t>
            </a:r>
          </a:p>
          <a:p>
            <a:pPr marL="171450" indent="-171450">
              <a:buFontTx/>
              <a:buChar char="-"/>
            </a:pPr>
            <a:r>
              <a:rPr lang="en-US" dirty="0"/>
              <a:t>Documentation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Intune</a:t>
            </a:r>
          </a:p>
          <a:p>
            <a:pPr marL="171450" indent="-171450">
              <a:buFontTx/>
              <a:buChar char="-"/>
            </a:pPr>
            <a:r>
              <a:rPr lang="en-US" dirty="0"/>
              <a:t>Graph explorer (logged 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9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by Microsoft itself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backend of most portals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6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v1.0 vs beta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doesn’t follow more traditional way of releasing higher versions in the future (they just keep adding &amp; also changing the v1.0)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Microsoft says not to use beta because of possibilities of change, but they use it themselves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missing documentation (mostly beta, but sometimes v1.0)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pagination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too many results to return in 1 go, so it uses a </a:t>
            </a:r>
            <a:r>
              <a:rPr lang="en-US" dirty="0" err="1"/>
              <a:t>nextlink</a:t>
            </a:r>
            <a:r>
              <a:rPr lang="en-US" dirty="0"/>
              <a:t> property for another call with more results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throttling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‘</a:t>
            </a:r>
            <a:r>
              <a:rPr lang="en-US" dirty="0" err="1"/>
              <a:t>overusage</a:t>
            </a:r>
            <a:r>
              <a:rPr lang="en-US" dirty="0"/>
              <a:t>’ of the </a:t>
            </a:r>
            <a:r>
              <a:rPr lang="en-US" dirty="0" err="1"/>
              <a:t>api</a:t>
            </a:r>
            <a:r>
              <a:rPr lang="en-US" dirty="0"/>
              <a:t> so Microsoft will throw an error 429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fixed by waiting a bit before continuing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is determined tenant wide, so if multiple people or processes are querying the Graph </a:t>
            </a:r>
            <a:r>
              <a:rPr lang="en-US" dirty="0" err="1"/>
              <a:t>api</a:t>
            </a:r>
            <a:r>
              <a:rPr lang="en-US" dirty="0"/>
              <a:t>, they will all be throttled no matter their individual amount of graph calls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different output formats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usually a straightforward JSON with object and properties (</a:t>
            </a:r>
            <a:r>
              <a:rPr lang="en-US" dirty="0" err="1"/>
              <a:t>hashtable</a:t>
            </a:r>
            <a:r>
              <a:rPr lang="en-US" dirty="0"/>
              <a:t> format)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sometimes downloadable csv files, sometimes a schema and values (not actual properties)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27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Generate a list of all </a:t>
            </a:r>
            <a:r>
              <a:rPr lang="en-US" b="1" dirty="0"/>
              <a:t>noncompliant</a:t>
            </a:r>
            <a:r>
              <a:rPr lang="en-US" dirty="0"/>
              <a:t> devices</a:t>
            </a:r>
            <a:br>
              <a:rPr lang="en-US" dirty="0"/>
            </a:br>
            <a:r>
              <a:rPr lang="en-US" dirty="0"/>
              <a:t>with the accompanying </a:t>
            </a:r>
            <a:r>
              <a:rPr lang="en-US" b="1" dirty="0"/>
              <a:t>compliance policies</a:t>
            </a:r>
            <a:br>
              <a:rPr lang="en-US" b="1" dirty="0"/>
            </a:br>
            <a:r>
              <a:rPr lang="en-US" dirty="0"/>
              <a:t>and the </a:t>
            </a:r>
            <a:r>
              <a:rPr lang="en-US" b="1" dirty="0"/>
              <a:t>specific setting </a:t>
            </a:r>
            <a:r>
              <a:rPr lang="en-US" dirty="0"/>
              <a:t>included.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17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demo of using the network tab and then using the graph explorer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56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exists on both beta &amp; v1.0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you can choose, always pick v1.0 </a:t>
            </a:r>
            <a:r>
              <a:rPr lang="en-US" dirty="0">
                <a:sym typeface="Wingdings" panose="05000000000000000000" pitchFamily="2" charset="2"/>
              </a:rPr>
              <a:t> this is usually a lot faster &amp; efficient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beta version has more properties sometimes you might want to use</a:t>
            </a:r>
            <a:endParaRPr lang="en-US" dirty="0"/>
          </a:p>
          <a:p>
            <a:endParaRPr lang="en-US" dirty="0"/>
          </a:p>
          <a:p>
            <a:r>
              <a:rPr lang="en-US" dirty="0"/>
              <a:t>filter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limit the amount of results you get (for ease &amp; also avoid being throttled)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select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lighten the load of the graph call itself to avoid being throttled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53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a GET request because we are not changing anything</a:t>
            </a:r>
          </a:p>
          <a:p>
            <a:endParaRPr lang="en-US" dirty="0"/>
          </a:p>
          <a:p>
            <a:r>
              <a:rPr lang="en-US" dirty="0"/>
              <a:t>full result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22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Another quick demo of using the network tab and then using the graph explorer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67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call only exists on beta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filter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filters other devices 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status 4 is the noncompliant status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select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only return interesting properties to lighten the 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5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69E0-C54D-4009-46B9-D4E7C142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01578-3A12-2F02-CE98-57727F37E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817BC-6144-4B0E-F2B9-EBE822413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to be a POST call because we have a request body</a:t>
            </a:r>
          </a:p>
          <a:p>
            <a:endParaRPr lang="en-US" dirty="0"/>
          </a:p>
          <a:p>
            <a:r>
              <a:rPr lang="en-US" dirty="0"/>
              <a:t>full result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7CE47-7F47-E0AA-E7D1-13FAAAFDB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10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 is returned + Values property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unreadable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"Schema": [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LastContact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PolicyStatus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"Int32"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PolicyStatus_loc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"Column": "UPN",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51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5083-029D-702A-FDFC-851A53F55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7C52F-EFC9-6266-4785-B8754E66F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52D50-7E3B-1CFF-FC1E-E7AC4DF77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schema on the right side</a:t>
            </a:r>
          </a:p>
          <a:p>
            <a:r>
              <a:rPr lang="en-US" dirty="0"/>
              <a:t>Quick list of property names on the left</a:t>
            </a:r>
          </a:p>
          <a:p>
            <a:endParaRPr lang="en-US" dirty="0"/>
          </a:p>
          <a:p>
            <a:r>
              <a:rPr lang="en-US" dirty="0"/>
              <a:t>-&gt; Manual action needed to structure this into more readable and usable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BAEEB-A456-668C-6B31-0B61A2FE1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44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01E75-2449-CEA7-50D9-5F3E59BF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D225A-F4BA-C0E5-07E0-C32B5A426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1C351-038D-0515-FF00-E1CAD1ACC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Manually restructured into more </a:t>
            </a:r>
            <a:r>
              <a:rPr lang="en-US" dirty="0" err="1"/>
              <a:t>JSONlike</a:t>
            </a:r>
            <a:r>
              <a:rPr lang="en-US" dirty="0"/>
              <a:t>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04064-F1D9-24C5-D562-915A33C6E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22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7A4E-6F23-486D-370A-4C6FC162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157AB-D497-E318-0B67-0D47DF774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9CF7F-A965-8505-DF29-69239A555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Another </a:t>
            </a:r>
            <a:r>
              <a:rPr lang="en-US" dirty="0" err="1"/>
              <a:t>another</a:t>
            </a:r>
            <a:r>
              <a:rPr lang="en-US" dirty="0"/>
              <a:t> quick demo of using the network tab and then using the graph explorer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80693-77A8-D03F-425E-09CFC5809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10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call only exists on beta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filter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filters other devices 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filters other policies 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status 4 is the noncompliant status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select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only return interesting properties to lighten the load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69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99D2-6FD3-349D-B23E-5893C0433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159CE-AD39-B2F2-D7DF-2D6707348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59A59-9290-9FC4-6651-6364E551A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result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933D9-81F2-CEED-DFF9-EF47C50F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33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33EF-2C9D-2D9C-02EC-46D90785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5F831-92CC-EF3E-20D2-AF4EAF3B3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63FCD-6A56-834A-D1A1-418EE3C60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 is returned + Values property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unreadable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"Schema": [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SettingNm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SettingNm_loc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SettingStatus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"Int32"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SettingStatus_loc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"Column":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"String"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1A4FF-5C2E-A8C0-D18E-9DE460EC0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58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schema on the right side</a:t>
            </a:r>
          </a:p>
          <a:p>
            <a:r>
              <a:rPr lang="en-US" dirty="0"/>
              <a:t>Quick list of property names on the left</a:t>
            </a:r>
          </a:p>
          <a:p>
            <a:endParaRPr lang="en-US" dirty="0"/>
          </a:p>
          <a:p>
            <a:r>
              <a:rPr lang="en-US" dirty="0"/>
              <a:t>-&gt; Manual action needed to structure this into more readable and usable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080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Manually restructured into more </a:t>
            </a:r>
            <a:r>
              <a:rPr lang="en-US" dirty="0" err="1"/>
              <a:t>JSONlike</a:t>
            </a:r>
            <a:r>
              <a:rPr lang="en-US" dirty="0"/>
              <a:t>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630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set up </a:t>
            </a:r>
            <a:r>
              <a:rPr lang="en-US" dirty="0" err="1"/>
              <a:t>SettingStatus</a:t>
            </a:r>
            <a:r>
              <a:rPr lang="en-US" dirty="0"/>
              <a:t> eq ‘4’ in the previous call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this was not working as intended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sometimes unexpected </a:t>
            </a:r>
            <a:r>
              <a:rPr lang="en-US" dirty="0" err="1">
                <a:sym typeface="Wingdings" panose="05000000000000000000" pitchFamily="2" charset="2"/>
              </a:rPr>
              <a:t>behaviour</a:t>
            </a:r>
            <a:r>
              <a:rPr lang="en-US" dirty="0">
                <a:sym typeface="Wingdings" panose="05000000000000000000" pitchFamily="2" charset="2"/>
              </a:rPr>
              <a:t> occurs due to something wrong or strange on MS side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74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dirty="0">
                <a:sym typeface="Wingdings" panose="05000000000000000000" pitchFamily="2" charset="2"/>
              </a:rPr>
              <a:t>How to fix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In this case, it would be best to omit the setting status filter and filter it out yourself in code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 That way it will always work, even after MS fixes the problem in the future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Case by case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329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dirty="0">
                <a:sym typeface="Wingdings" panose="05000000000000000000" pitchFamily="2" charset="2"/>
              </a:rPr>
              <a:t>IMPORTANT TO TEST GRAPH CALLS AND REVIEW RESPONSE ! (even in 1.0)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4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your preferred programming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434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PowerShell </a:t>
            </a:r>
            <a:r>
              <a:rPr lang="en-US" dirty="0">
                <a:sym typeface="Wingdings" panose="05000000000000000000" pitchFamily="2" charset="2"/>
              </a:rPr>
              <a:t> very easy to deal with objects + MGGraph module for authentication &amp; error handling (doesn’t do pagination or weird output formats)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Available on GitHub with these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D0E7-1486-4B53-94AC-78C928CA951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41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1E7C-D4FE-FF96-9EE2-40ABB4209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94EE2-9DDB-DEF5-ADEC-DBE0689C3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D5126-4FD5-3A7F-0A3E-9C9B3293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#wpninjasbe</a:t>
            </a:r>
            <a:endParaRPr lang="en-BE" dirty="0"/>
          </a:p>
        </p:txBody>
      </p:sp>
      <p:pic>
        <p:nvPicPr>
          <p:cNvPr id="8" name="Picture 7" descr="A structure with multiple spheres&#10;&#10;AI-generated content may be incorrect.">
            <a:extLst>
              <a:ext uri="{FF2B5EF4-FFF2-40B4-BE49-F238E27FC236}">
                <a16:creationId xmlns:a16="http://schemas.microsoft.com/office/drawing/2014/main" id="{0521F8F7-0659-07F8-E670-FF9360D999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26"/>
          <a:stretch/>
        </p:blipFill>
        <p:spPr>
          <a:xfrm>
            <a:off x="0" y="0"/>
            <a:ext cx="12208030" cy="6007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B1B9BA-1A3C-92AC-15EE-9A1BFB053EA3}"/>
              </a:ext>
            </a:extLst>
          </p:cNvPr>
          <p:cNvSpPr/>
          <p:nvPr userDrawn="1"/>
        </p:nvSpPr>
        <p:spPr>
          <a:xfrm>
            <a:off x="1" y="0"/>
            <a:ext cx="1220803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1" name="Picture 10" descr="A red and green wavy background">
            <a:extLst>
              <a:ext uri="{FF2B5EF4-FFF2-40B4-BE49-F238E27FC236}">
                <a16:creationId xmlns:a16="http://schemas.microsoft.com/office/drawing/2014/main" id="{3F607DA0-2176-C3CD-00FE-D1687DA06D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4" t="173" r="5309" b="8329"/>
          <a:stretch/>
        </p:blipFill>
        <p:spPr>
          <a:xfrm>
            <a:off x="1" y="366889"/>
            <a:ext cx="12208030" cy="64911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F74090B-E222-0953-723C-2A706F840CD9}"/>
              </a:ext>
            </a:extLst>
          </p:cNvPr>
          <p:cNvSpPr/>
          <p:nvPr userDrawn="1"/>
        </p:nvSpPr>
        <p:spPr>
          <a:xfrm>
            <a:off x="0" y="2664178"/>
            <a:ext cx="12208030" cy="38269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0FC0BB-FFC4-DF13-70A4-E7D75B480D1E}"/>
              </a:ext>
            </a:extLst>
          </p:cNvPr>
          <p:cNvSpPr/>
          <p:nvPr userDrawn="1"/>
        </p:nvSpPr>
        <p:spPr>
          <a:xfrm>
            <a:off x="-1" y="6301426"/>
            <a:ext cx="12208032" cy="5565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5" name="Picture 14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3221BBC7-02BC-9E3C-D9B9-5713AC3C07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09" y="219416"/>
            <a:ext cx="2961236" cy="9844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3EAFB5-8373-9580-CCE7-62C1437DCA72}"/>
              </a:ext>
            </a:extLst>
          </p:cNvPr>
          <p:cNvSpPr txBox="1"/>
          <p:nvPr userDrawn="1"/>
        </p:nvSpPr>
        <p:spPr>
          <a:xfrm>
            <a:off x="39547" y="6380108"/>
            <a:ext cx="204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www.wpninjas.be</a:t>
            </a:r>
            <a:endParaRPr lang="en-B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4559-DB77-113B-AFA2-679C260C6BE6}"/>
              </a:ext>
            </a:extLst>
          </p:cNvPr>
          <p:cNvSpPr txBox="1"/>
          <p:nvPr userDrawn="1"/>
        </p:nvSpPr>
        <p:spPr>
          <a:xfrm>
            <a:off x="10777172" y="6385295"/>
            <a:ext cx="1375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#wpninjasbe</a:t>
            </a:r>
            <a:endParaRPr lang="en-B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D2833321-D938-5FE6-F9D6-F7ACEC451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33993" y="1857977"/>
            <a:ext cx="2880000" cy="2880000"/>
          </a:xfrm>
          <a:prstGeom prst="ellipse">
            <a:avLst/>
          </a:prstGeom>
          <a:ln w="76200">
            <a:solidFill>
              <a:srgbClr val="E5B417"/>
            </a:solidFill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b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PLACE PROFILE PICTURE HERE</a:t>
            </a:r>
            <a:endParaRPr lang="en-BE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558438C-6DC9-362E-8349-EDB3471BB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2967487"/>
            <a:ext cx="6486525" cy="3039613"/>
          </a:xfrm>
        </p:spPr>
        <p:txBody>
          <a:bodyPr>
            <a:norm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pPr lvl="0"/>
            <a:r>
              <a:rPr lang="en-US" sz="30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ADD THE TITEL OF YOUR SESSION HERE</a:t>
            </a:r>
            <a:endParaRPr lang="en-BE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31F77F4-86B5-A35A-89AF-A10543D7DA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42787" y="4975803"/>
            <a:ext cx="4062412" cy="411162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E5B417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</a:defRPr>
            </a:lvl1pPr>
          </a:lstStyle>
          <a:p>
            <a:pPr lvl="0"/>
            <a:r>
              <a:rPr lang="en-US" dirty="0">
                <a:latin typeface="Roboto Condensed Black" panose="02000000000000000000" pitchFamily="2" charset="0"/>
                <a:ea typeface="Roboto Condensed Black" panose="02000000000000000000" pitchFamily="2" charset="0"/>
              </a:rPr>
              <a:t>SPEAKER NAME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55962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8E90BA6-CF80-C8BD-9250-485C06AA8D0A}"/>
              </a:ext>
            </a:extLst>
          </p:cNvPr>
          <p:cNvSpPr/>
          <p:nvPr userDrawn="1"/>
        </p:nvSpPr>
        <p:spPr>
          <a:xfrm>
            <a:off x="-1" y="-104000"/>
            <a:ext cx="12192002" cy="6962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17575-52F4-B743-0B8E-946A387E4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560"/>
            <a:ext cx="12192000" cy="831719"/>
          </a:xfrm>
        </p:spPr>
        <p:txBody>
          <a:bodyPr/>
          <a:lstStyle>
            <a:lvl1pPr>
              <a:defRPr>
                <a:latin typeface="Roboto Condensed Medium" panose="02000000000000000000" pitchFamily="2" charset="0"/>
                <a:ea typeface="Roboto Condensed Medium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0AAC2-AB58-F224-B5E1-74DFEBCE48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1" y="1253330"/>
            <a:ext cx="12152453" cy="4964605"/>
          </a:xfrm>
        </p:spPr>
        <p:txBody>
          <a:bodyPr/>
          <a:lstStyle>
            <a:lvl1pPr marL="0" indent="0">
              <a:buNone/>
              <a:defRPr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1pPr>
          </a:lstStyle>
          <a:p>
            <a:pPr lvl="0"/>
            <a:r>
              <a:rPr lang="en-US" dirty="0"/>
              <a:t>ADD CONTENT HERE</a:t>
            </a:r>
            <a:endParaRPr lang="en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9A4044-A7DC-785F-90AE-07AADE693923}"/>
              </a:ext>
            </a:extLst>
          </p:cNvPr>
          <p:cNvSpPr/>
          <p:nvPr userDrawn="1"/>
        </p:nvSpPr>
        <p:spPr>
          <a:xfrm>
            <a:off x="-1" y="6301426"/>
            <a:ext cx="12192001" cy="5315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4D54B-8026-9177-82AC-5E9804D77118}"/>
              </a:ext>
            </a:extLst>
          </p:cNvPr>
          <p:cNvSpPr txBox="1"/>
          <p:nvPr userDrawn="1"/>
        </p:nvSpPr>
        <p:spPr>
          <a:xfrm>
            <a:off x="39547" y="6380108"/>
            <a:ext cx="204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www.wpninjas.be</a:t>
            </a:r>
            <a:endParaRPr lang="en-B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B58FB9-B3D7-DBF1-5CDD-CEE18DB39DE8}"/>
              </a:ext>
            </a:extLst>
          </p:cNvPr>
          <p:cNvSpPr txBox="1"/>
          <p:nvPr userDrawn="1"/>
        </p:nvSpPr>
        <p:spPr>
          <a:xfrm>
            <a:off x="10777172" y="6385295"/>
            <a:ext cx="1375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#wpninjasbe</a:t>
            </a:r>
            <a:endParaRPr lang="en-B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E690E7F-053C-00FB-4F36-E658AA8606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07063843"/>
              </p:ext>
            </p:extLst>
          </p:nvPr>
        </p:nvGraphicFramePr>
        <p:xfrm>
          <a:off x="0" y="-104000"/>
          <a:ext cx="12192000" cy="170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997316" imgH="144552" progId="">
                  <p:embed/>
                </p:oleObj>
              </mc:Choice>
              <mc:Fallback>
                <p:oleObj r:id="rId3" imgW="9997316" imgH="144552" progId="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AE690E7F-053C-00FB-4F36-E658AA860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-104000"/>
                        <a:ext cx="12192000" cy="170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Content Placeholder 4" descr="A cartoon of a ninja holding a glass of beer&#10;&#10;AI-generated content may be incorrect.">
            <a:extLst>
              <a:ext uri="{FF2B5EF4-FFF2-40B4-BE49-F238E27FC236}">
                <a16:creationId xmlns:a16="http://schemas.microsoft.com/office/drawing/2014/main" id="{6D65B758-7FEC-2D15-C249-283088B192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8390" y="4779034"/>
            <a:ext cx="1663610" cy="166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70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1E7C-D4FE-FF96-9EE2-40ABB4209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94EE2-9DDB-DEF5-ADEC-DBE0689C3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D5126-4FD5-3A7F-0A3E-9C9B3293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#wpninjasbe</a:t>
            </a:r>
            <a:endParaRPr lang="en-BE" dirty="0"/>
          </a:p>
        </p:txBody>
      </p:sp>
      <p:pic>
        <p:nvPicPr>
          <p:cNvPr id="8" name="Picture 7" descr="A structure with multiple spheres&#10;&#10;AI-generated content may be incorrect.">
            <a:extLst>
              <a:ext uri="{FF2B5EF4-FFF2-40B4-BE49-F238E27FC236}">
                <a16:creationId xmlns:a16="http://schemas.microsoft.com/office/drawing/2014/main" id="{0521F8F7-0659-07F8-E670-FF9360D999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62"/>
          <a:stretch/>
        </p:blipFill>
        <p:spPr>
          <a:xfrm>
            <a:off x="0" y="-5187"/>
            <a:ext cx="12208030" cy="60122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B1B9BA-1A3C-92AC-15EE-9A1BFB053EA3}"/>
              </a:ext>
            </a:extLst>
          </p:cNvPr>
          <p:cNvSpPr/>
          <p:nvPr userDrawn="1"/>
        </p:nvSpPr>
        <p:spPr>
          <a:xfrm>
            <a:off x="-93305" y="0"/>
            <a:ext cx="12398958" cy="7035282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1" name="Picture 10" descr="A red and green wavy background">
            <a:extLst>
              <a:ext uri="{FF2B5EF4-FFF2-40B4-BE49-F238E27FC236}">
                <a16:creationId xmlns:a16="http://schemas.microsoft.com/office/drawing/2014/main" id="{3F607DA0-2176-C3CD-00FE-D1687DA06D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4" t="31785" r="4527" b="7969"/>
          <a:stretch/>
        </p:blipFill>
        <p:spPr>
          <a:xfrm>
            <a:off x="-93307" y="0"/>
            <a:ext cx="12398960" cy="67494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F74090B-E222-0953-723C-2A706F840CD9}"/>
              </a:ext>
            </a:extLst>
          </p:cNvPr>
          <p:cNvSpPr/>
          <p:nvPr userDrawn="1"/>
        </p:nvSpPr>
        <p:spPr>
          <a:xfrm>
            <a:off x="-93307" y="1147328"/>
            <a:ext cx="12398958" cy="38269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0FC0BB-FFC4-DF13-70A4-E7D75B480D1E}"/>
              </a:ext>
            </a:extLst>
          </p:cNvPr>
          <p:cNvSpPr/>
          <p:nvPr userDrawn="1"/>
        </p:nvSpPr>
        <p:spPr>
          <a:xfrm>
            <a:off x="-93307" y="6301426"/>
            <a:ext cx="12398959" cy="5315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3EAFB5-8373-9580-CCE7-62C1437DCA72}"/>
              </a:ext>
            </a:extLst>
          </p:cNvPr>
          <p:cNvSpPr txBox="1"/>
          <p:nvPr userDrawn="1"/>
        </p:nvSpPr>
        <p:spPr>
          <a:xfrm>
            <a:off x="39547" y="6380108"/>
            <a:ext cx="204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www.wpninjas.be</a:t>
            </a:r>
            <a:endParaRPr lang="en-B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4559-DB77-113B-AFA2-679C260C6BE6}"/>
              </a:ext>
            </a:extLst>
          </p:cNvPr>
          <p:cNvSpPr txBox="1"/>
          <p:nvPr userDrawn="1"/>
        </p:nvSpPr>
        <p:spPr>
          <a:xfrm>
            <a:off x="10777172" y="6385295"/>
            <a:ext cx="1375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#wpninjasbe</a:t>
            </a:r>
            <a:endParaRPr lang="en-BE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31F77F4-86B5-A35A-89AF-A10543D7DA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6" y="2324430"/>
            <a:ext cx="12301336" cy="1472730"/>
          </a:xfrm>
        </p:spPr>
        <p:txBody>
          <a:bodyPr>
            <a:noAutofit/>
          </a:bodyPr>
          <a:lstStyle>
            <a:lvl1pPr marL="0" indent="0" algn="ctr">
              <a:buNone/>
              <a:defRPr sz="5000">
                <a:solidFill>
                  <a:srgbClr val="E5B417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</a:defRPr>
            </a:lvl1pPr>
          </a:lstStyle>
          <a:p>
            <a:pPr lvl="0"/>
            <a:r>
              <a:rPr lang="en-US" dirty="0">
                <a:latin typeface="Roboto Condensed Black" panose="02000000000000000000" pitchFamily="2" charset="0"/>
                <a:ea typeface="Roboto Condensed Black" panose="02000000000000000000" pitchFamily="2" charset="0"/>
              </a:rPr>
              <a:t>THANK YOU/DEMO/QUESTIONS</a:t>
            </a:r>
            <a:br>
              <a:rPr lang="en-US" dirty="0">
                <a:latin typeface="Roboto Condensed Black" panose="02000000000000000000" pitchFamily="2" charset="0"/>
                <a:ea typeface="Roboto Condensed Black" panose="02000000000000000000" pitchFamily="2" charset="0"/>
              </a:rPr>
            </a:br>
            <a:r>
              <a:rPr lang="en-US" dirty="0">
                <a:latin typeface="Roboto Condensed Black" panose="02000000000000000000" pitchFamily="2" charset="0"/>
                <a:ea typeface="Roboto Condensed Black" panose="02000000000000000000" pitchFamily="2" charset="0"/>
              </a:rPr>
              <a:t>SLIDE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507699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57B4-457E-98F9-4807-C0C8C041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A93ED-B8C8-565D-8B62-F9BC6F813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F59B0-18DD-07D8-9AAF-9C486747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547C9-5030-5F30-E57F-5ACD6B7B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76816-975C-0BD3-95D0-2AE129DF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1642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8376-ABFF-D6DC-364D-FC34C06C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C2B2F-94B1-02D6-F259-D772F24DD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FBB49-7A04-E2DA-67B6-2957CCF11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6008B-687F-C91C-EE34-B96602F8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DE722-2E4B-34AE-5491-DF13686E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D4425-108B-13CB-3831-65E6AC2E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0006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6B8D-F00B-79F3-5E8C-39393ACE3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ADC81-BEDF-CED2-8FB9-315CB853C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179C8-0934-46D5-1AD5-4EE62C3A0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364238-388B-4209-E63D-E13AB2EB9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7BC1D-33A5-B4BE-D99D-0EDAF5299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699B8-0F74-86C7-53F2-FA1DFC6B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069CC-B999-9DFF-80C4-62E1AEAF1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AAF25-F3C1-B19E-B495-E1AF7D8D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725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0F5D-7D2D-5F91-005F-41F4B0E8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7FDFF-F9D0-3E55-C11E-FD9E2A31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CC1B3-5D6A-F3A0-0F1B-A3070963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8E566-6494-01CF-83EA-A9E4802C8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14162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348467-9AB1-EAB6-87D6-C8B48669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2B62D8-3E27-D5C0-908C-DBCC2106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FBC84-5DFE-9F4C-CBC3-E718144F1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6260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FEDB-F1DB-2D60-610E-99E1EC02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A4C4-70D6-E715-2963-7A434EE86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BD97E-5977-1141-A87A-AB8E3421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52031-900B-E4A7-A2D0-1172CE5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EDE8B-D20C-3CCA-74B1-95FED1E5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26F6D-2DF1-C0DF-0338-C45AD052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4228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D8D7-8F6A-EADF-D659-00B7B634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9C71F-2482-6B01-2004-A17EB12F7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A8C1A-50C0-CF63-E6B8-7C0896B5D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0716F-A863-E0E2-0594-0D92B02BA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0040B-AD15-56DB-6616-F75B15D2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E7A5D-A13A-78D7-DDD3-3F441895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663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9F8E9-E952-CEAA-EF3F-F1F40EB1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7EAA2-BD8A-0901-95DA-C87690C67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39D85-788F-578A-A4FF-A6B9BF92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37E45-744E-B61C-5DDF-3507F6C27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44E9B-DFFC-01B1-9693-A8ACA22D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2479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25471-3D75-6925-3F02-9633C42DC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5424B-4FA6-DEB2-8487-EC6501F90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DDF06-A0AE-A435-6E4F-00EB905C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300EC-BAE9-5928-36A5-906CC2AD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7F7B9-F8DF-4C7F-8830-1EF224B2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9398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5A2D9-FED7-5E19-9870-84A66C0C1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9AB9D-8898-5766-633B-B22BF0D3C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75A0B-FF29-29BE-01CE-F5C0B3AB0B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3B853-4BC8-4CD4-9FA7-DFAACE07C65F}" type="datetimeFigureOut">
              <a:rPr lang="en-BE" smtClean="0"/>
              <a:t>27/11/2025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4D43-9625-B6BD-F888-D4E984159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F3E6B-79D2-65F0-5DF3-CDEB0F502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4FC59-BBF5-4A56-9A90-180CD6FA119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369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ealionforever/sessions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A person with a beard&#10;&#10;AI-generated content may be incorrect.">
            <a:extLst>
              <a:ext uri="{FF2B5EF4-FFF2-40B4-BE49-F238E27FC236}">
                <a16:creationId xmlns:a16="http://schemas.microsoft.com/office/drawing/2014/main" id="{4A47CB1E-A25A-08DC-1CE3-5D3DC8DA19A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" r="28"/>
          <a:stretch>
            <a:fillRect/>
          </a:stretch>
        </p:blipFill>
        <p:spPr/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E798F7-FFFD-D35A-CF23-50C97D4F82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Sebastiaan de Wolf</a:t>
            </a:r>
            <a:endParaRPr lang="en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8E775-E3AB-5F69-E875-DEA987BD506C}"/>
              </a:ext>
            </a:extLst>
          </p:cNvPr>
          <p:cNvSpPr txBox="1"/>
          <p:nvPr/>
        </p:nvSpPr>
        <p:spPr>
          <a:xfrm>
            <a:off x="331694" y="3030070"/>
            <a:ext cx="63290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The Power of Graph:</a:t>
            </a:r>
          </a:p>
          <a:p>
            <a:r>
              <a:rPr lang="en-US" sz="30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Behind the API That Drives the Cloud</a:t>
            </a:r>
            <a:endParaRPr lang="en-BE" sz="3000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581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F0FF2A4-F8F2-BCD5-4CDC-913A1C34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Graph API?</a:t>
            </a:r>
            <a:endParaRPr lang="en-BE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395F71-57A2-3D95-32D1-95601E5DE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Rest API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Access (m)any Microsoft Cloud service resources</a:t>
            </a:r>
          </a:p>
          <a:p>
            <a:pPr marL="1028700" lvl="1" indent="-342900"/>
            <a:r>
              <a:rPr lang="en-US" dirty="0"/>
              <a:t>Azure</a:t>
            </a:r>
          </a:p>
          <a:p>
            <a:pPr marL="1028700" lvl="1" indent="-342900"/>
            <a:r>
              <a:rPr lang="en-US" dirty="0"/>
              <a:t>Entra Id</a:t>
            </a:r>
          </a:p>
          <a:p>
            <a:pPr marL="1028700" lvl="1" indent="-342900"/>
            <a:r>
              <a:rPr lang="en-US" dirty="0"/>
              <a:t>Intune</a:t>
            </a:r>
          </a:p>
          <a:p>
            <a:pPr marL="1028700" lvl="1" indent="-342900"/>
            <a:r>
              <a:rPr lang="en-US" dirty="0"/>
              <a:t>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Used by Microsoft itself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Resources</a:t>
            </a:r>
          </a:p>
          <a:p>
            <a:pPr marL="1028700" lvl="1" indent="-342900"/>
            <a:r>
              <a:rPr lang="en-US" dirty="0"/>
              <a:t>Documentation</a:t>
            </a:r>
          </a:p>
          <a:p>
            <a:pPr marL="1028700" lvl="1" indent="-342900"/>
            <a:r>
              <a:rPr lang="en-US" dirty="0"/>
              <a:t>Graph Explorer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11182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230A-D42E-6028-8AF7-300A054B5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E154C-B07F-CAC8-5E3E-E33D8E317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v1.0</a:t>
            </a:r>
            <a:r>
              <a:rPr lang="en-US" dirty="0"/>
              <a:t>  vs  </a:t>
            </a:r>
            <a:r>
              <a:rPr lang="en-US" b="1" dirty="0"/>
              <a:t>beta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pagination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throttling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different output formats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71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F4DC-C710-6B23-954A-B3989802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end goal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5DB6EF-C4CC-1F08-0556-01CEDF123B58}"/>
              </a:ext>
            </a:extLst>
          </p:cNvPr>
          <p:cNvSpPr txBox="1">
            <a:spLocks/>
          </p:cNvSpPr>
          <p:nvPr/>
        </p:nvSpPr>
        <p:spPr>
          <a:xfrm>
            <a:off x="152399" y="1405731"/>
            <a:ext cx="12152453" cy="4154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Generate a list of all </a:t>
            </a:r>
            <a:r>
              <a:rPr lang="en-US" b="1" dirty="0"/>
              <a:t>noncompliant</a:t>
            </a:r>
            <a:r>
              <a:rPr lang="en-US" dirty="0"/>
              <a:t> devices</a:t>
            </a:r>
          </a:p>
          <a:p>
            <a:r>
              <a:rPr lang="en-US" dirty="0"/>
              <a:t>with the accompanying </a:t>
            </a:r>
            <a:r>
              <a:rPr lang="en-US" b="1" dirty="0"/>
              <a:t>compliance policies</a:t>
            </a:r>
          </a:p>
          <a:p>
            <a:r>
              <a:rPr lang="en-US" dirty="0"/>
              <a:t>and the </a:t>
            </a:r>
            <a:r>
              <a:rPr lang="en-US" b="1" dirty="0"/>
              <a:t>specific setting </a:t>
            </a:r>
            <a:r>
              <a:rPr lang="en-US" dirty="0"/>
              <a:t>included.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7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BC04-E1BE-81C5-623D-194449468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start?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718F-C1E6-BC46-040E-29B975A0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find this information or parts of it in a portal somewhere?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Check in your browser how Microsoft gathers the information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Once you know the calls, you can experiment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e.g. with Graph Explorer</a:t>
            </a:r>
          </a:p>
        </p:txBody>
      </p:sp>
    </p:spTree>
    <p:extLst>
      <p:ext uri="{BB962C8B-B14F-4D97-AF65-F5344CB8AC3E}">
        <p14:creationId xmlns:p14="http://schemas.microsoft.com/office/powerpoint/2010/main" val="377488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DF89-D9B9-9532-9CE1-D0C3F288E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noncompliant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2032F-F8C3-B82C-88CF-298870F63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https://graph.microsoft.com/v1.0/deviceManagement/managedDevices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returns all managed </a:t>
            </a:r>
            <a:r>
              <a:rPr lang="en-US" b="1" dirty="0">
                <a:sym typeface="Wingdings" panose="05000000000000000000" pitchFamily="2" charset="2"/>
              </a:rPr>
              <a:t>devices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$filter=</a:t>
            </a:r>
            <a:r>
              <a:rPr lang="en-US" i="1" dirty="0" err="1">
                <a:sym typeface="Wingdings" panose="05000000000000000000" pitchFamily="2" charset="2"/>
              </a:rPr>
              <a:t>complianceState</a:t>
            </a:r>
            <a:r>
              <a:rPr lang="en-US" i="1" dirty="0">
                <a:sym typeface="Wingdings" panose="05000000000000000000" pitchFamily="2" charset="2"/>
              </a:rPr>
              <a:t> eq ‘noncompliant’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filters for all </a:t>
            </a:r>
            <a:r>
              <a:rPr lang="en-US" b="1" dirty="0">
                <a:sym typeface="Wingdings" panose="05000000000000000000" pitchFamily="2" charset="2"/>
              </a:rPr>
              <a:t>noncompliant</a:t>
            </a:r>
            <a:r>
              <a:rPr lang="en-US" dirty="0">
                <a:sym typeface="Wingdings" panose="05000000000000000000" pitchFamily="2" charset="2"/>
              </a:rPr>
              <a:t> devices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$select=</a:t>
            </a:r>
            <a:r>
              <a:rPr lang="en-US" i="1" dirty="0" err="1">
                <a:sym typeface="Wingdings" panose="05000000000000000000" pitchFamily="2" charset="2"/>
              </a:rPr>
              <a:t>id,deviceName,complianceState,model,userId,userPrincipalName</a:t>
            </a:r>
            <a:endParaRPr lang="en-US" i="1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only</a:t>
            </a:r>
            <a:r>
              <a:rPr lang="en-US" dirty="0">
                <a:sym typeface="Wingdings" panose="05000000000000000000" pitchFamily="2" charset="2"/>
              </a:rPr>
              <a:t> gets these properties for each device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endParaRPr lang="en-US" i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3470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75D97-43C9-4C88-53E4-05A75DEA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noncompliant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58FDA-6D2E-5B63-25FC-0C9C0CD6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1"/>
            <a:ext cx="12152453" cy="924385"/>
          </a:xfrm>
        </p:spPr>
        <p:txBody>
          <a:bodyPr wrap="square">
            <a:normAutofit/>
          </a:bodyPr>
          <a:lstStyle/>
          <a:p>
            <a:r>
              <a:rPr lang="en-US" b="1" dirty="0"/>
              <a:t>GET </a:t>
            </a:r>
            <a:r>
              <a:rPr lang="en-US" sz="2400" i="1" dirty="0"/>
              <a:t>https://graph.microsoft.com/v1.0/deviceManagement/managedDevices?</a:t>
            </a:r>
            <a:r>
              <a:rPr lang="en-US" sz="2400" i="1" dirty="0">
                <a:sym typeface="Wingdings" panose="05000000000000000000" pitchFamily="2" charset="2"/>
              </a:rPr>
              <a:t>$filter=complianceState eq ‘noncompliant’&amp;$select=id, </a:t>
            </a:r>
            <a:r>
              <a:rPr lang="en-US" sz="2400" i="1" dirty="0" err="1">
                <a:sym typeface="Wingdings" panose="05000000000000000000" pitchFamily="2" charset="2"/>
              </a:rPr>
              <a:t>deviceName</a:t>
            </a:r>
            <a:r>
              <a:rPr lang="en-US" sz="2400" i="1" dirty="0">
                <a:sym typeface="Wingdings" panose="05000000000000000000" pitchFamily="2" charset="2"/>
              </a:rPr>
              <a:t>, </a:t>
            </a:r>
            <a:r>
              <a:rPr lang="en-US" sz="2400" i="1" dirty="0" err="1">
                <a:sym typeface="Wingdings" panose="05000000000000000000" pitchFamily="2" charset="2"/>
              </a:rPr>
              <a:t>complianceState</a:t>
            </a:r>
            <a:r>
              <a:rPr lang="en-US" sz="2400" i="1" dirty="0">
                <a:sym typeface="Wingdings" panose="05000000000000000000" pitchFamily="2" charset="2"/>
              </a:rPr>
              <a:t>, model, </a:t>
            </a:r>
            <a:r>
              <a:rPr lang="en-US" sz="2400" i="1" dirty="0" err="1">
                <a:sym typeface="Wingdings" panose="05000000000000000000" pitchFamily="2" charset="2"/>
              </a:rPr>
              <a:t>userId</a:t>
            </a:r>
            <a:r>
              <a:rPr lang="en-US" sz="2400" i="1" dirty="0">
                <a:sym typeface="Wingdings" panose="05000000000000000000" pitchFamily="2" charset="2"/>
              </a:rPr>
              <a:t>, </a:t>
            </a:r>
            <a:r>
              <a:rPr lang="en-US" sz="2400" i="1" dirty="0" err="1">
                <a:sym typeface="Wingdings" panose="05000000000000000000" pitchFamily="2" charset="2"/>
              </a:rPr>
              <a:t>userPrincipalName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2D99C6-9C82-3FF6-E74A-7BD9D4AAE61A}"/>
              </a:ext>
            </a:extLst>
          </p:cNvPr>
          <p:cNvSpPr txBox="1">
            <a:spLocks/>
          </p:cNvSpPr>
          <p:nvPr/>
        </p:nvSpPr>
        <p:spPr>
          <a:xfrm>
            <a:off x="-2" y="2177716"/>
            <a:ext cx="12152453" cy="395838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Example return: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      "id": "c7776ce9-fc68-4cc9-8d78-e4f7982c0265",</a:t>
            </a:r>
          </a:p>
          <a:p>
            <a:r>
              <a:rPr lang="en-US" sz="2400" dirty="0"/>
              <a:t>            "</a:t>
            </a:r>
            <a:r>
              <a:rPr lang="en-US" sz="2400" dirty="0" err="1"/>
              <a:t>deviceName</a:t>
            </a:r>
            <a:r>
              <a:rPr lang="en-US" sz="2400" dirty="0"/>
              <a:t>": "Demo Device",</a:t>
            </a:r>
          </a:p>
          <a:p>
            <a:r>
              <a:rPr lang="en-US" sz="2400" dirty="0"/>
              <a:t>            "</a:t>
            </a:r>
            <a:r>
              <a:rPr lang="en-US" sz="2400" dirty="0" err="1"/>
              <a:t>complianceState</a:t>
            </a:r>
            <a:r>
              <a:rPr lang="en-US" sz="2400" dirty="0"/>
              <a:t>": "noncompliant",</a:t>
            </a:r>
          </a:p>
          <a:p>
            <a:r>
              <a:rPr lang="en-US" sz="2400" dirty="0"/>
              <a:t>            "model": "Surface Laptop 4",</a:t>
            </a:r>
          </a:p>
          <a:p>
            <a:r>
              <a:rPr lang="en-US" sz="2400" dirty="0"/>
              <a:t>            "</a:t>
            </a:r>
            <a:r>
              <a:rPr lang="en-US" sz="2400" dirty="0" err="1"/>
              <a:t>userId</a:t>
            </a:r>
            <a:r>
              <a:rPr lang="en-US" sz="2400" dirty="0"/>
              <a:t>": "958b0804-346e-4b84-8191-e2009d55b286",</a:t>
            </a:r>
          </a:p>
          <a:p>
            <a:r>
              <a:rPr lang="en-US" sz="2400" dirty="0"/>
              <a:t>            "</a:t>
            </a:r>
            <a:r>
              <a:rPr lang="en-US" sz="2400" dirty="0" err="1"/>
              <a:t>userPrincipalName</a:t>
            </a:r>
            <a:r>
              <a:rPr lang="en-US" sz="2400" dirty="0"/>
              <a:t>": "example.user@wpninjas.be"</a:t>
            </a:r>
          </a:p>
          <a:p>
            <a:r>
              <a:rPr lang="en-US" sz="2400" dirty="0"/>
              <a:t>}, ...</a:t>
            </a:r>
          </a:p>
        </p:txBody>
      </p:sp>
    </p:spTree>
    <p:extLst>
      <p:ext uri="{BB962C8B-B14F-4D97-AF65-F5344CB8AC3E}">
        <p14:creationId xmlns:p14="http://schemas.microsoft.com/office/powerpoint/2010/main" val="20599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3911-F31F-5059-119A-A638953A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EDFC3-76E4-0AA6-2BA7-A42DD8AC0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1"/>
            <a:ext cx="12152453" cy="1080796"/>
          </a:xfrm>
        </p:spPr>
        <p:txBody>
          <a:bodyPr/>
          <a:lstStyle/>
          <a:p>
            <a:r>
              <a:rPr lang="en-US" dirty="0"/>
              <a:t>We have the list of </a:t>
            </a:r>
            <a:r>
              <a:rPr lang="en-US" b="1" dirty="0"/>
              <a:t>noncompliant devices</a:t>
            </a:r>
            <a:r>
              <a:rPr lang="en-US" dirty="0"/>
              <a:t> in our tenant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we need the </a:t>
            </a:r>
            <a:r>
              <a:rPr lang="en-US" b="1" dirty="0">
                <a:sym typeface="Wingdings" panose="05000000000000000000" pitchFamily="2" charset="2"/>
              </a:rPr>
              <a:t>compliance policies</a:t>
            </a:r>
            <a:r>
              <a:rPr lang="en-US" dirty="0">
                <a:sym typeface="Wingdings" panose="05000000000000000000" pitchFamily="2" charset="2"/>
              </a:rPr>
              <a:t> that are being broken </a:t>
            </a:r>
            <a:r>
              <a:rPr lang="en-US" b="1" dirty="0">
                <a:sym typeface="Wingdings" panose="05000000000000000000" pitchFamily="2" charset="2"/>
              </a:rPr>
              <a:t>per device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CA4876-C822-D02E-F2F1-9A747B35E5A2}"/>
              </a:ext>
            </a:extLst>
          </p:cNvPr>
          <p:cNvSpPr txBox="1">
            <a:spLocks/>
          </p:cNvSpPr>
          <p:nvPr/>
        </p:nvSpPr>
        <p:spPr>
          <a:xfrm>
            <a:off x="-2" y="2647179"/>
            <a:ext cx="12152453" cy="1080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the exact same manner, we attempt to find this information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check the MS portals</a:t>
            </a:r>
            <a:endParaRPr lang="en-US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0844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E2DF-7FC5-FCE8-5405-8367A69A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 policies per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09D09-6CF5-4291-383B-F6F7C2378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https://graph.microsoft.com/beta/deviceManagement/reports/getDevicePoliciesComplianceReport</a:t>
            </a:r>
          </a:p>
          <a:p>
            <a:r>
              <a:rPr lang="en-US" dirty="0"/>
              <a:t>(include </a:t>
            </a:r>
            <a:r>
              <a:rPr lang="en-US" b="1" dirty="0"/>
              <a:t>device id</a:t>
            </a:r>
            <a:r>
              <a:rPr lang="en-US" dirty="0"/>
              <a:t> in the filter in the body)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returns all compliance policies and their details specifically for this device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267AF2-1EB6-F5A3-D3C4-E01FB7E6C674}"/>
              </a:ext>
            </a:extLst>
          </p:cNvPr>
          <p:cNvSpPr txBox="1">
            <a:spLocks/>
          </p:cNvSpPr>
          <p:nvPr/>
        </p:nvSpPr>
        <p:spPr>
          <a:xfrm>
            <a:off x="-1" y="3429000"/>
            <a:ext cx="6096002" cy="2175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correct device (mandatory)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noncompliant policies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9C8A93-E9BA-997F-1854-369496C58D77}"/>
              </a:ext>
            </a:extLst>
          </p:cNvPr>
          <p:cNvSpPr txBox="1">
            <a:spLocks/>
          </p:cNvSpPr>
          <p:nvPr/>
        </p:nvSpPr>
        <p:spPr>
          <a:xfrm>
            <a:off x="6056450" y="3429000"/>
            <a:ext cx="6096002" cy="2175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Select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useful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e.g. </a:t>
            </a:r>
            <a:r>
              <a:rPr lang="en-US" dirty="0" err="1"/>
              <a:t>PolicyId</a:t>
            </a:r>
            <a:r>
              <a:rPr lang="en-US" dirty="0"/>
              <a:t>, </a:t>
            </a:r>
            <a:r>
              <a:rPr lang="en-US" dirty="0" err="1"/>
              <a:t>PolicyStatus</a:t>
            </a:r>
            <a:r>
              <a:rPr lang="en-US" dirty="0"/>
              <a:t>, </a:t>
            </a:r>
            <a:r>
              <a:rPr lang="en-US" dirty="0" err="1"/>
              <a:t>DeviceId</a:t>
            </a:r>
            <a:r>
              <a:rPr lang="en-US" dirty="0"/>
              <a:t>, </a:t>
            </a:r>
            <a:r>
              <a:rPr lang="en-US" dirty="0" err="1"/>
              <a:t>LastContact</a:t>
            </a:r>
            <a:r>
              <a:rPr lang="en-US" dirty="0"/>
              <a:t>, ...</a:t>
            </a:r>
          </a:p>
        </p:txBody>
      </p:sp>
    </p:spTree>
    <p:extLst>
      <p:ext uri="{BB962C8B-B14F-4D97-AF65-F5344CB8AC3E}">
        <p14:creationId xmlns:p14="http://schemas.microsoft.com/office/powerpoint/2010/main" val="342224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60EA-38F2-5687-B292-4721F1793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A5E9-D9E1-B6DC-AD2B-3C8246B6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 policies per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73AC4-B98F-C748-9DAB-735D4B3B9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1"/>
            <a:ext cx="12152453" cy="3342732"/>
          </a:xfrm>
        </p:spPr>
        <p:txBody>
          <a:bodyPr wrap="square">
            <a:normAutofit/>
          </a:bodyPr>
          <a:lstStyle/>
          <a:p>
            <a:r>
              <a:rPr lang="en-US" b="1" dirty="0"/>
              <a:t>POST </a:t>
            </a:r>
            <a:r>
              <a:rPr lang="en-US" sz="2400" i="1" dirty="0"/>
              <a:t>https://graph.microsoft.com/beta/deviceManagement/reports/getDevicePoliciesComplianceReport</a:t>
            </a:r>
          </a:p>
          <a:p>
            <a:r>
              <a:rPr lang="en-US" sz="2400" i="1" dirty="0"/>
              <a:t>body:</a:t>
            </a:r>
          </a:p>
          <a:p>
            <a:r>
              <a:rPr lang="en-US" sz="2400" i="1" dirty="0"/>
              <a:t>{</a:t>
            </a:r>
          </a:p>
          <a:p>
            <a:r>
              <a:rPr lang="en-US" sz="2400" i="1" dirty="0"/>
              <a:t>    "filter": "(</a:t>
            </a:r>
            <a:r>
              <a:rPr lang="en-US" sz="2400" i="1" dirty="0" err="1"/>
              <a:t>DeviceId</a:t>
            </a:r>
            <a:r>
              <a:rPr lang="en-US" sz="2400" i="1" dirty="0"/>
              <a:t> eq ‘5d963f09-7ed9-42f7-9873-0fb3d128390a’) and (</a:t>
            </a:r>
            <a:r>
              <a:rPr lang="en-US" sz="2400" i="1" dirty="0" err="1"/>
              <a:t>PolicyStatus</a:t>
            </a:r>
            <a:r>
              <a:rPr lang="en-US" sz="2400" i="1" dirty="0"/>
              <a:t> eq ‘4’)",</a:t>
            </a:r>
          </a:p>
          <a:p>
            <a:r>
              <a:rPr lang="en-US" sz="2400" i="1" dirty="0"/>
              <a:t>    "select": ["</a:t>
            </a:r>
            <a:r>
              <a:rPr lang="en-US" sz="2400" i="1" dirty="0" err="1"/>
              <a:t>PolicyId</a:t>
            </a:r>
            <a:r>
              <a:rPr lang="en-US" sz="2400" i="1" dirty="0"/>
              <a:t>", "</a:t>
            </a:r>
            <a:r>
              <a:rPr lang="en-US" sz="2400" i="1" dirty="0" err="1"/>
              <a:t>PolicyName</a:t>
            </a:r>
            <a:r>
              <a:rPr lang="en-US" sz="2400" i="1" dirty="0"/>
              <a:t>", "</a:t>
            </a:r>
            <a:r>
              <a:rPr lang="en-US" sz="2400" i="1" dirty="0" err="1"/>
              <a:t>PolicyStatus</a:t>
            </a:r>
            <a:r>
              <a:rPr lang="en-US" sz="2400" i="1" dirty="0"/>
              <a:t>", "</a:t>
            </a:r>
            <a:r>
              <a:rPr lang="en-US" sz="2400" i="1" dirty="0" err="1"/>
              <a:t>DeviceId</a:t>
            </a:r>
            <a:r>
              <a:rPr lang="en-US" sz="2400" i="1" dirty="0"/>
              <a:t>", "UPN", "</a:t>
            </a:r>
            <a:r>
              <a:rPr lang="en-US" sz="2400" i="1" dirty="0" err="1"/>
              <a:t>LastContact</a:t>
            </a:r>
            <a:r>
              <a:rPr lang="en-US" sz="2400" i="1" dirty="0"/>
              <a:t>"]</a:t>
            </a:r>
          </a:p>
          <a:p>
            <a:r>
              <a:rPr lang="en-US" sz="2400" i="1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32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6B0-8DE3-84CA-5DC6-268707F91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 policies per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4ED5E-37A8-CF34-423A-D66E2DC42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 return:</a:t>
            </a:r>
          </a:p>
          <a:p>
            <a:r>
              <a:rPr lang="en-US" dirty="0"/>
              <a:t>[</a:t>
            </a:r>
          </a:p>
          <a:p>
            <a:r>
              <a:rPr lang="en-US" dirty="0"/>
              <a:t>            "5b99458f-3942-4900-a740-1531a7637071",</a:t>
            </a:r>
          </a:p>
          <a:p>
            <a:r>
              <a:rPr lang="en-US" dirty="0"/>
              <a:t>            "2025-11-18T18:08:39",</a:t>
            </a:r>
          </a:p>
          <a:p>
            <a:r>
              <a:rPr lang="en-US" dirty="0"/>
              <a:t>            "1a1d9d45-c876-4b49-912e-609e48239bcb",</a:t>
            </a:r>
          </a:p>
          <a:p>
            <a:r>
              <a:rPr lang="en-US" dirty="0"/>
              <a:t>            "Demo Device Compliance Policy",</a:t>
            </a:r>
          </a:p>
          <a:p>
            <a:r>
              <a:rPr lang="en-US" dirty="0"/>
              <a:t>            4,</a:t>
            </a:r>
          </a:p>
          <a:p>
            <a:r>
              <a:rPr lang="en-US" dirty="0"/>
              <a:t>            "Not compliant",</a:t>
            </a:r>
          </a:p>
          <a:p>
            <a:r>
              <a:rPr lang="en-US" dirty="0"/>
              <a:t>            "example.user@wpninjas.be"</a:t>
            </a:r>
          </a:p>
          <a:p>
            <a:r>
              <a:rPr lang="en-US" dirty="0"/>
              <a:t>], 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91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D87BE-4867-C709-101B-D1A1EE2FD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47D5-1557-B524-71A7-A78B1BEB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D6C4F-8A9B-1B2D-19FF-FE9C78236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31" y="1253330"/>
            <a:ext cx="5651157" cy="4964605"/>
          </a:xfrm>
        </p:spPr>
        <p:txBody>
          <a:bodyPr>
            <a:normAutofit/>
          </a:bodyPr>
          <a:lstStyle/>
          <a:p>
            <a:r>
              <a:rPr lang="en-US" dirty="0" err="1"/>
              <a:t>DeviceId</a:t>
            </a:r>
            <a:endParaRPr lang="en-US" dirty="0"/>
          </a:p>
          <a:p>
            <a:r>
              <a:rPr lang="en-US" dirty="0" err="1"/>
              <a:t>LastContact</a:t>
            </a:r>
            <a:endParaRPr lang="en-US" dirty="0"/>
          </a:p>
          <a:p>
            <a:r>
              <a:rPr lang="en-US" dirty="0" err="1"/>
              <a:t>PolicyId</a:t>
            </a:r>
            <a:endParaRPr lang="en-US" dirty="0"/>
          </a:p>
          <a:p>
            <a:r>
              <a:rPr lang="en-US" dirty="0" err="1"/>
              <a:t>PolicyName</a:t>
            </a:r>
            <a:endParaRPr lang="en-US" dirty="0"/>
          </a:p>
          <a:p>
            <a:r>
              <a:rPr lang="en-US" dirty="0" err="1"/>
              <a:t>PolicyStatus</a:t>
            </a:r>
            <a:endParaRPr lang="en-US" dirty="0"/>
          </a:p>
          <a:p>
            <a:r>
              <a:rPr lang="en-US" dirty="0" err="1"/>
              <a:t>PolicyStatus_loc</a:t>
            </a:r>
            <a:endParaRPr lang="en-US" dirty="0"/>
          </a:p>
          <a:p>
            <a:r>
              <a:rPr lang="en-US" dirty="0"/>
              <a:t>UPN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8A1279-DBCE-03E3-A31F-DC8E1285C180}"/>
              </a:ext>
            </a:extLst>
          </p:cNvPr>
          <p:cNvSpPr txBox="1">
            <a:spLocks/>
          </p:cNvSpPr>
          <p:nvPr/>
        </p:nvSpPr>
        <p:spPr>
          <a:xfrm>
            <a:off x="6096000" y="1253330"/>
            <a:ext cx="3476369" cy="496460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"Schema": [</a:t>
            </a:r>
          </a:p>
          <a:p>
            <a:r>
              <a:rPr lang="en-US" dirty="0"/>
              <a:t>        {</a:t>
            </a:r>
          </a:p>
          <a:p>
            <a:r>
              <a:rPr lang="en-US" dirty="0"/>
              <a:t>            "Column": "</a:t>
            </a:r>
            <a:r>
              <a:rPr lang="en-US" dirty="0" err="1"/>
              <a:t>DeviceId</a:t>
            </a:r>
            <a:r>
              <a:rPr lang="en-US" dirty="0"/>
              <a:t>",</a:t>
            </a:r>
          </a:p>
          <a:p>
            <a:r>
              <a:rPr lang="en-US" dirty="0"/>
              <a:t>            "</a:t>
            </a:r>
            <a:r>
              <a:rPr lang="en-US" dirty="0" err="1"/>
              <a:t>PropertyType</a:t>
            </a:r>
            <a:r>
              <a:rPr lang="en-US" dirty="0"/>
              <a:t>": "String"</a:t>
            </a:r>
          </a:p>
          <a:p>
            <a:r>
              <a:rPr lang="en-US" dirty="0"/>
              <a:t>        },</a:t>
            </a:r>
          </a:p>
          <a:p>
            <a:r>
              <a:rPr lang="en-US" dirty="0"/>
              <a:t>        {</a:t>
            </a:r>
          </a:p>
          <a:p>
            <a:r>
              <a:rPr lang="en-US" dirty="0"/>
              <a:t>            "Column": "</a:t>
            </a:r>
            <a:r>
              <a:rPr lang="en-US" dirty="0" err="1"/>
              <a:t>LastContact</a:t>
            </a:r>
            <a:r>
              <a:rPr lang="en-US" dirty="0"/>
              <a:t>",</a:t>
            </a:r>
          </a:p>
          <a:p>
            <a:r>
              <a:rPr lang="en-US" dirty="0"/>
              <a:t>            "</a:t>
            </a:r>
            <a:r>
              <a:rPr lang="en-US" dirty="0" err="1"/>
              <a:t>PropertyType</a:t>
            </a:r>
            <a:r>
              <a:rPr lang="en-US" dirty="0"/>
              <a:t>": "</a:t>
            </a:r>
            <a:r>
              <a:rPr lang="en-US" dirty="0" err="1"/>
              <a:t>DateTime</a:t>
            </a:r>
            <a:r>
              <a:rPr lang="en-US" dirty="0"/>
              <a:t>"</a:t>
            </a:r>
          </a:p>
          <a:p>
            <a:r>
              <a:rPr lang="en-US" dirty="0"/>
              <a:t>        },</a:t>
            </a:r>
          </a:p>
          <a:p>
            <a:r>
              <a:rPr lang="en-US" dirty="0"/>
              <a:t>        {</a:t>
            </a:r>
          </a:p>
          <a:p>
            <a:r>
              <a:rPr lang="en-US" dirty="0"/>
              <a:t>            "Column": "</a:t>
            </a:r>
            <a:r>
              <a:rPr lang="en-US" dirty="0" err="1"/>
              <a:t>PolicyId</a:t>
            </a:r>
            <a:r>
              <a:rPr lang="en-US" dirty="0"/>
              <a:t>",</a:t>
            </a:r>
          </a:p>
          <a:p>
            <a:r>
              <a:rPr lang="en-US" dirty="0"/>
              <a:t>            "</a:t>
            </a:r>
            <a:r>
              <a:rPr lang="en-US" dirty="0" err="1"/>
              <a:t>PropertyType</a:t>
            </a:r>
            <a:r>
              <a:rPr lang="en-US" dirty="0"/>
              <a:t>": "String"</a:t>
            </a:r>
          </a:p>
          <a:p>
            <a:r>
              <a:rPr lang="en-US" dirty="0"/>
              <a:t>        },</a:t>
            </a:r>
          </a:p>
          <a:p>
            <a:r>
              <a:rPr lang="en-US" dirty="0"/>
              <a:t>        ...</a:t>
            </a:r>
          </a:p>
          <a:p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3263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C2258-67B2-0603-90E4-B3248C76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2BC4-6300-09C3-0982-A609AB02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Organised</a:t>
            </a:r>
            <a:r>
              <a:rPr lang="en-US" dirty="0"/>
              <a:t>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3E7CC-95EB-9CA1-744A-0C4E07090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31" y="1253330"/>
            <a:ext cx="11392931" cy="4964605"/>
          </a:xfrm>
        </p:spPr>
        <p:txBody>
          <a:bodyPr>
            <a:norm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	"</a:t>
            </a:r>
            <a:r>
              <a:rPr lang="en-US" dirty="0" err="1"/>
              <a:t>DeviceId</a:t>
            </a:r>
            <a:r>
              <a:rPr lang="en-US" dirty="0"/>
              <a:t>": "5b99458f-3942-4900-a740-1531a7637071",</a:t>
            </a:r>
          </a:p>
          <a:p>
            <a:r>
              <a:rPr lang="en-US" dirty="0"/>
              <a:t>	"</a:t>
            </a:r>
            <a:r>
              <a:rPr lang="en-US" dirty="0" err="1"/>
              <a:t>LastContact</a:t>
            </a:r>
            <a:r>
              <a:rPr lang="en-US" dirty="0"/>
              <a:t>": "2025-11-18T18:08:39",</a:t>
            </a:r>
          </a:p>
          <a:p>
            <a:r>
              <a:rPr lang="en-US" dirty="0"/>
              <a:t>	"</a:t>
            </a:r>
            <a:r>
              <a:rPr lang="en-US" dirty="0" err="1"/>
              <a:t>PolicyId</a:t>
            </a:r>
            <a:r>
              <a:rPr lang="en-US" dirty="0"/>
              <a:t>": "1a1d9d45-c876-4b49-912e-609e48239bcb",</a:t>
            </a:r>
          </a:p>
          <a:p>
            <a:r>
              <a:rPr lang="en-US" dirty="0"/>
              <a:t>	"</a:t>
            </a:r>
            <a:r>
              <a:rPr lang="en-US" dirty="0" err="1"/>
              <a:t>PolicyName</a:t>
            </a:r>
            <a:r>
              <a:rPr lang="en-US" dirty="0"/>
              <a:t>": "Demo Device Compliance Policy",</a:t>
            </a:r>
          </a:p>
          <a:p>
            <a:r>
              <a:rPr lang="en-US" dirty="0"/>
              <a:t>	"</a:t>
            </a:r>
            <a:r>
              <a:rPr lang="en-US" dirty="0" err="1"/>
              <a:t>PolicyStatus</a:t>
            </a:r>
            <a:r>
              <a:rPr lang="en-US" dirty="0"/>
              <a:t>": 4, </a:t>
            </a:r>
          </a:p>
          <a:p>
            <a:r>
              <a:rPr lang="en-US" dirty="0"/>
              <a:t>	"</a:t>
            </a:r>
            <a:r>
              <a:rPr lang="en-US" dirty="0" err="1"/>
              <a:t>PolicyStatus_loc</a:t>
            </a:r>
            <a:r>
              <a:rPr lang="en-US" dirty="0"/>
              <a:t>": "Not compliant",</a:t>
            </a:r>
          </a:p>
          <a:p>
            <a:r>
              <a:rPr lang="en-US" dirty="0"/>
              <a:t>	"UPN": "example.user@wpninjas.be"</a:t>
            </a:r>
          </a:p>
          <a:p>
            <a:r>
              <a:rPr lang="en-US" dirty="0"/>
              <a:t>}, ...</a:t>
            </a:r>
          </a:p>
        </p:txBody>
      </p:sp>
    </p:spTree>
    <p:extLst>
      <p:ext uri="{BB962C8B-B14F-4D97-AF65-F5344CB8AC3E}">
        <p14:creationId xmlns:p14="http://schemas.microsoft.com/office/powerpoint/2010/main" val="5689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7E6E9-4911-B426-6F3D-77B8479C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AC421-6C84-1EE6-2AAB-459CBC62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868FB-B40C-C217-51CB-AA39AD103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0"/>
            <a:ext cx="12152453" cy="1790427"/>
          </a:xfrm>
        </p:spPr>
        <p:txBody>
          <a:bodyPr>
            <a:normAutofit/>
          </a:bodyPr>
          <a:lstStyle/>
          <a:p>
            <a:r>
              <a:rPr lang="en-US" dirty="0"/>
              <a:t>We have the list of </a:t>
            </a:r>
            <a:r>
              <a:rPr lang="en-US" b="1" dirty="0"/>
              <a:t>noncompliant devices</a:t>
            </a:r>
            <a:r>
              <a:rPr lang="en-US" dirty="0"/>
              <a:t> in our tenant</a:t>
            </a:r>
          </a:p>
          <a:p>
            <a:r>
              <a:rPr lang="en-US" dirty="0"/>
              <a:t>We have the broken </a:t>
            </a:r>
            <a:r>
              <a:rPr lang="en-US" b="1" dirty="0"/>
              <a:t>compliance policies</a:t>
            </a:r>
            <a:r>
              <a:rPr lang="en-US" dirty="0"/>
              <a:t> per device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we need the </a:t>
            </a:r>
            <a:r>
              <a:rPr lang="en-US" b="1" dirty="0">
                <a:sym typeface="Wingdings" panose="05000000000000000000" pitchFamily="2" charset="2"/>
              </a:rPr>
              <a:t>specific settings</a:t>
            </a:r>
            <a:r>
              <a:rPr lang="en-US" dirty="0">
                <a:sym typeface="Wingdings" panose="05000000000000000000" pitchFamily="2" charset="2"/>
              </a:rPr>
              <a:t> that are not being met</a:t>
            </a:r>
            <a:endParaRPr lang="en-US" b="1" dirty="0">
              <a:sym typeface="Wingdings" panose="05000000000000000000" pitchFamily="2" charset="2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BB890E-9DE6-B26A-F96C-D33691685914}"/>
              </a:ext>
            </a:extLst>
          </p:cNvPr>
          <p:cNvSpPr txBox="1">
            <a:spLocks/>
          </p:cNvSpPr>
          <p:nvPr/>
        </p:nvSpPr>
        <p:spPr>
          <a:xfrm>
            <a:off x="19773" y="3043757"/>
            <a:ext cx="12152453" cy="1080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the exact same manner, we attempt to find this information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check the MS portals</a:t>
            </a:r>
            <a:endParaRPr lang="en-US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8656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C82D-8648-0A32-FF78-51984206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Compliance policy settings per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F0806-6A2A-86FD-5AA2-5C9E16C69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1"/>
            <a:ext cx="12152453" cy="2175670"/>
          </a:xfrm>
        </p:spPr>
        <p:txBody>
          <a:bodyPr>
            <a:normAutofit/>
          </a:bodyPr>
          <a:lstStyle/>
          <a:p>
            <a:r>
              <a:rPr lang="en-US" i="1" dirty="0"/>
              <a:t>https://graph.microsoft.com/beta/deviceManagement/getDevicePolicySettingsComplianceReport</a:t>
            </a:r>
          </a:p>
          <a:p>
            <a:r>
              <a:rPr lang="en-US" dirty="0"/>
              <a:t>(include </a:t>
            </a:r>
            <a:r>
              <a:rPr lang="en-US" b="1" dirty="0"/>
              <a:t>device id</a:t>
            </a:r>
            <a:r>
              <a:rPr lang="en-US" dirty="0"/>
              <a:t> &amp; </a:t>
            </a:r>
            <a:r>
              <a:rPr lang="en-US" b="1" dirty="0"/>
              <a:t>policy id</a:t>
            </a:r>
            <a:r>
              <a:rPr lang="en-US" dirty="0"/>
              <a:t> in the filter in the body)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returns all settings and their details specifically for this device and policy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38B239-5580-7637-2EB7-FADAD80E6B8B}"/>
              </a:ext>
            </a:extLst>
          </p:cNvPr>
          <p:cNvSpPr txBox="1">
            <a:spLocks/>
          </p:cNvSpPr>
          <p:nvPr/>
        </p:nvSpPr>
        <p:spPr>
          <a:xfrm>
            <a:off x="-1" y="3428999"/>
            <a:ext cx="6096002" cy="2175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correct device (mandatory)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correct policy (mandatory)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noncompliant settings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3D36CC-FCEA-97B8-D6A2-61E7F9E7D843}"/>
              </a:ext>
            </a:extLst>
          </p:cNvPr>
          <p:cNvSpPr txBox="1">
            <a:spLocks/>
          </p:cNvSpPr>
          <p:nvPr/>
        </p:nvSpPr>
        <p:spPr>
          <a:xfrm>
            <a:off x="6056450" y="3428999"/>
            <a:ext cx="6096002" cy="2175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Select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useful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e.g. </a:t>
            </a:r>
            <a:r>
              <a:rPr lang="en-US" dirty="0" err="1"/>
              <a:t>SettingId</a:t>
            </a:r>
            <a:r>
              <a:rPr lang="en-US" dirty="0"/>
              <a:t>, </a:t>
            </a:r>
            <a:r>
              <a:rPr lang="en-US" dirty="0" err="1"/>
              <a:t>SettingName</a:t>
            </a:r>
            <a:r>
              <a:rPr lang="en-US" dirty="0"/>
              <a:t>, </a:t>
            </a:r>
            <a:r>
              <a:rPr lang="en-US" dirty="0" err="1"/>
              <a:t>SettingStatus</a:t>
            </a:r>
            <a:r>
              <a:rPr lang="en-US" dirty="0"/>
              <a:t>, </a:t>
            </a:r>
            <a:r>
              <a:rPr lang="en-US" dirty="0" err="1"/>
              <a:t>PolicyId</a:t>
            </a:r>
            <a:r>
              <a:rPr lang="en-US" dirty="0"/>
              <a:t>, ...</a:t>
            </a:r>
          </a:p>
        </p:txBody>
      </p:sp>
    </p:spTree>
    <p:extLst>
      <p:ext uri="{BB962C8B-B14F-4D97-AF65-F5344CB8AC3E}">
        <p14:creationId xmlns:p14="http://schemas.microsoft.com/office/powerpoint/2010/main" val="135211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8690-6301-9A18-74D3-812ABBC3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7D4E-D868-0204-CA02-F8BF4A153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 policy settings per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D78EF-41A8-2962-8082-0762629ED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0"/>
            <a:ext cx="12152453" cy="4595535"/>
          </a:xfrm>
        </p:spPr>
        <p:txBody>
          <a:bodyPr wrap="square">
            <a:normAutofit/>
          </a:bodyPr>
          <a:lstStyle/>
          <a:p>
            <a:r>
              <a:rPr lang="en-US" b="1" dirty="0"/>
              <a:t>POST </a:t>
            </a:r>
            <a:r>
              <a:rPr lang="en-US" sz="2400" i="1" dirty="0"/>
              <a:t>https://graph.microsoft.com/beta/deviceManagement/reports/getDevicePolicySettingsComplianceReport</a:t>
            </a:r>
          </a:p>
          <a:p>
            <a:r>
              <a:rPr lang="en-US" sz="2400" i="1" dirty="0"/>
              <a:t>body:</a:t>
            </a:r>
          </a:p>
          <a:p>
            <a:r>
              <a:rPr lang="en-US" sz="2400" i="1" dirty="0"/>
              <a:t>{</a:t>
            </a:r>
          </a:p>
          <a:p>
            <a:r>
              <a:rPr lang="en-US" sz="2400" i="1" dirty="0"/>
              <a:t>    "filter": "(</a:t>
            </a:r>
            <a:r>
              <a:rPr lang="en-US" sz="2400" i="1" dirty="0" err="1"/>
              <a:t>DeviceId</a:t>
            </a:r>
            <a:r>
              <a:rPr lang="en-US" sz="2400" i="1" dirty="0"/>
              <a:t> eq ' 306b1304-7cf4-44d6-8f1a-7acf2423df3f') and (</a:t>
            </a:r>
            <a:r>
              <a:rPr lang="en-US" sz="2400" i="1" dirty="0" err="1"/>
              <a:t>PolicyId</a:t>
            </a:r>
            <a:r>
              <a:rPr lang="en-US" sz="2400" i="1" dirty="0"/>
              <a:t> eq ' d2edef51-f12a-4d50-931a-41724a0c0b6a') and (</a:t>
            </a:r>
            <a:r>
              <a:rPr lang="en-US" sz="2400" i="1" dirty="0" err="1"/>
              <a:t>SettingStatus</a:t>
            </a:r>
            <a:r>
              <a:rPr lang="en-US" sz="2400" i="1" dirty="0"/>
              <a:t> eq '4’)",</a:t>
            </a:r>
          </a:p>
          <a:p>
            <a:r>
              <a:rPr lang="en-US" sz="2400" i="1" dirty="0"/>
              <a:t>    "select": ["</a:t>
            </a:r>
            <a:r>
              <a:rPr lang="en-US" sz="2400" i="1" dirty="0" err="1"/>
              <a:t>SettingId</a:t>
            </a:r>
            <a:r>
              <a:rPr lang="en-US" sz="2400" i="1" dirty="0"/>
              <a:t>", "</a:t>
            </a:r>
            <a:r>
              <a:rPr lang="en-US" sz="2400" i="1" dirty="0" err="1"/>
              <a:t>SettingName</a:t>
            </a:r>
            <a:r>
              <a:rPr lang="en-US" sz="2400" i="1" dirty="0"/>
              <a:t>", "</a:t>
            </a:r>
            <a:r>
              <a:rPr lang="en-US" sz="2400" i="1" dirty="0" err="1"/>
              <a:t>SettingNm</a:t>
            </a:r>
            <a:r>
              <a:rPr lang="en-US" sz="2400" i="1" dirty="0"/>
              <a:t>", "</a:t>
            </a:r>
            <a:r>
              <a:rPr lang="en-US" sz="2400" i="1" dirty="0" err="1"/>
              <a:t>SettingStatus</a:t>
            </a:r>
            <a:r>
              <a:rPr lang="en-US" sz="2400" i="1" dirty="0"/>
              <a:t>", "</a:t>
            </a:r>
            <a:r>
              <a:rPr lang="en-US" sz="2400" i="1" dirty="0" err="1"/>
              <a:t>DeviceId</a:t>
            </a:r>
            <a:r>
              <a:rPr lang="en-US" sz="2400" i="1" dirty="0"/>
              <a:t>", "</a:t>
            </a:r>
            <a:r>
              <a:rPr lang="en-US" sz="2400" i="1" dirty="0" err="1"/>
              <a:t>PolicyId</a:t>
            </a:r>
            <a:r>
              <a:rPr lang="en-US" sz="2400" i="1" dirty="0"/>
              <a:t>", "</a:t>
            </a:r>
            <a:r>
              <a:rPr lang="en-US" sz="2400" i="1" dirty="0" err="1"/>
              <a:t>UserId</a:t>
            </a:r>
            <a:r>
              <a:rPr lang="en-US" sz="2400" i="1" dirty="0"/>
              <a:t>"]</a:t>
            </a:r>
          </a:p>
          <a:p>
            <a:r>
              <a:rPr lang="en-US" sz="2400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988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6BEC-B3E8-F11B-11A3-4F1244AB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A511-85C6-5564-B3F2-90B56A16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 policy settings per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3B112-B9CF-4CD4-B133-3E47C912C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Example return:</a:t>
            </a:r>
          </a:p>
          <a:p>
            <a:r>
              <a:rPr lang="en-US" dirty="0"/>
              <a:t>[</a:t>
            </a:r>
          </a:p>
          <a:p>
            <a:r>
              <a:rPr lang="en-US" dirty="0"/>
              <a:t>            "15f17a4a-a442-4a94-b4fa-4d7a28e40edb",</a:t>
            </a:r>
          </a:p>
          <a:p>
            <a:r>
              <a:rPr lang="en-US" dirty="0"/>
              <a:t>            "1a84ba1c-4590-48b7-bbbe-45c4fd5efa35",</a:t>
            </a:r>
          </a:p>
          <a:p>
            <a:r>
              <a:rPr lang="en-US" dirty="0"/>
              <a:t>            "f81c59f0-edec-48eb-8016-a7a572802fdc",</a:t>
            </a:r>
          </a:p>
          <a:p>
            <a:r>
              <a:rPr lang="en-US" dirty="0"/>
              <a:t>            "</a:t>
            </a:r>
            <a:r>
              <a:rPr lang="en-US" dirty="0" err="1"/>
              <a:t>DemoDeviceCompliancePolicy.RequireRemainContact</a:t>
            </a:r>
            <a:r>
              <a:rPr lang="en-US" dirty="0"/>
              <a:t>",</a:t>
            </a:r>
          </a:p>
          <a:p>
            <a:r>
              <a:rPr lang="en-US" dirty="0"/>
              <a:t>            "</a:t>
            </a:r>
            <a:r>
              <a:rPr lang="en-US" dirty="0" err="1"/>
              <a:t>DemoDeviceCompliancePolicyRequireRemainContact</a:t>
            </a:r>
            <a:r>
              <a:rPr lang="en-US" dirty="0"/>
              <a:t>",</a:t>
            </a:r>
          </a:p>
          <a:p>
            <a:r>
              <a:rPr lang="en-US" dirty="0"/>
              <a:t>            "Is active",</a:t>
            </a:r>
          </a:p>
          <a:p>
            <a:r>
              <a:rPr lang="en-US" dirty="0"/>
              <a:t>            4,</a:t>
            </a:r>
          </a:p>
          <a:p>
            <a:r>
              <a:rPr lang="en-US" dirty="0"/>
              <a:t>            "Not compliant",</a:t>
            </a:r>
          </a:p>
          <a:p>
            <a:r>
              <a:rPr lang="en-US" dirty="0"/>
              <a:t>            "99392e9e-85c3-408f-aad1-478376f34129"</a:t>
            </a:r>
          </a:p>
          <a:p>
            <a:r>
              <a:rPr lang="en-US" dirty="0"/>
              <a:t>], ...</a:t>
            </a:r>
          </a:p>
        </p:txBody>
      </p:sp>
    </p:spTree>
    <p:extLst>
      <p:ext uri="{BB962C8B-B14F-4D97-AF65-F5344CB8AC3E}">
        <p14:creationId xmlns:p14="http://schemas.microsoft.com/office/powerpoint/2010/main" val="191575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BF205-6AC1-A286-883D-276C62D9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C973-D947-2E9B-C0F0-672C4237E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31" y="1253330"/>
            <a:ext cx="5651157" cy="4964605"/>
          </a:xfrm>
        </p:spPr>
        <p:txBody>
          <a:bodyPr>
            <a:normAutofit/>
          </a:bodyPr>
          <a:lstStyle/>
          <a:p>
            <a:r>
              <a:rPr lang="en-US" dirty="0" err="1"/>
              <a:t>DeviceId</a:t>
            </a:r>
            <a:endParaRPr lang="en-US" dirty="0"/>
          </a:p>
          <a:p>
            <a:r>
              <a:rPr lang="en-US" dirty="0" err="1"/>
              <a:t>PolicyId</a:t>
            </a:r>
            <a:endParaRPr lang="en-US" dirty="0"/>
          </a:p>
          <a:p>
            <a:r>
              <a:rPr lang="en-US" dirty="0" err="1"/>
              <a:t>SettingId</a:t>
            </a:r>
            <a:endParaRPr lang="en-US" dirty="0"/>
          </a:p>
          <a:p>
            <a:r>
              <a:rPr lang="en-US" dirty="0" err="1"/>
              <a:t>SettingName</a:t>
            </a:r>
            <a:endParaRPr lang="en-US" dirty="0"/>
          </a:p>
          <a:p>
            <a:r>
              <a:rPr lang="en-US" dirty="0" err="1"/>
              <a:t>SettingNm</a:t>
            </a:r>
            <a:endParaRPr lang="en-US" dirty="0"/>
          </a:p>
          <a:p>
            <a:r>
              <a:rPr lang="en-US" dirty="0" err="1"/>
              <a:t>SettingNm_loc</a:t>
            </a:r>
            <a:endParaRPr lang="en-US" dirty="0"/>
          </a:p>
          <a:p>
            <a:r>
              <a:rPr lang="en-US" dirty="0" err="1"/>
              <a:t>SettingStatus</a:t>
            </a:r>
            <a:endParaRPr lang="en-US" dirty="0"/>
          </a:p>
          <a:p>
            <a:r>
              <a:rPr lang="en-US" dirty="0" err="1"/>
              <a:t>SettingStatus_loc</a:t>
            </a:r>
            <a:endParaRPr lang="en-US" dirty="0"/>
          </a:p>
          <a:p>
            <a:r>
              <a:rPr lang="en-US" dirty="0" err="1"/>
              <a:t>UserId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72CEBB-7925-0C9D-743D-6EDFDD0C7959}"/>
              </a:ext>
            </a:extLst>
          </p:cNvPr>
          <p:cNvSpPr txBox="1">
            <a:spLocks/>
          </p:cNvSpPr>
          <p:nvPr/>
        </p:nvSpPr>
        <p:spPr>
          <a:xfrm>
            <a:off x="6096000" y="1253330"/>
            <a:ext cx="3476369" cy="496460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"Schema": [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"Column": "</a:t>
            </a:r>
            <a:r>
              <a:rPr lang="en-US" dirty="0" err="1"/>
              <a:t>DeviceId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PropertyType</a:t>
            </a:r>
            <a:r>
              <a:rPr lang="en-US" dirty="0"/>
              <a:t>": "String"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"Column": "</a:t>
            </a:r>
            <a:r>
              <a:rPr lang="en-US" dirty="0" err="1"/>
              <a:t>PolicyId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PropertyType</a:t>
            </a:r>
            <a:r>
              <a:rPr lang="en-US" dirty="0"/>
              <a:t>": "String"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"Column": "</a:t>
            </a:r>
            <a:r>
              <a:rPr lang="en-US" dirty="0" err="1"/>
              <a:t>SettingId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PropertyType</a:t>
            </a:r>
            <a:r>
              <a:rPr lang="en-US" dirty="0"/>
              <a:t>": "String"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...</a:t>
            </a:r>
          </a:p>
          <a:p>
            <a:r>
              <a:rPr lang="en-US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5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400D-2038-49F8-D107-12E5DA23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8C90-5CE6-C969-9642-29AD3C78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Organised</a:t>
            </a:r>
            <a:r>
              <a:rPr lang="en-US" dirty="0"/>
              <a:t>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0ACD9-B326-6DDF-CAA1-0B6E833D1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31" y="1253330"/>
            <a:ext cx="11392931" cy="496460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	"</a:t>
            </a:r>
            <a:r>
              <a:rPr lang="en-US" dirty="0" err="1"/>
              <a:t>DeviceId</a:t>
            </a:r>
            <a:r>
              <a:rPr lang="en-US" dirty="0"/>
              <a:t>": "15f17a4a-a442-4a94-b4fa-4d7a28e40edb",</a:t>
            </a:r>
          </a:p>
          <a:p>
            <a:r>
              <a:rPr lang="en-US" dirty="0"/>
              <a:t>	"</a:t>
            </a:r>
            <a:r>
              <a:rPr lang="en-US" dirty="0" err="1"/>
              <a:t>PolicyId</a:t>
            </a:r>
            <a:r>
              <a:rPr lang="en-US" dirty="0"/>
              <a:t>": "1a84ba1c-4590-48b7-bbbe-45c4fd5efa35",</a:t>
            </a:r>
          </a:p>
          <a:p>
            <a:r>
              <a:rPr lang="en-US" dirty="0"/>
              <a:t>	"</a:t>
            </a:r>
            <a:r>
              <a:rPr lang="en-US" dirty="0" err="1"/>
              <a:t>SettingId</a:t>
            </a:r>
            <a:r>
              <a:rPr lang="en-US" dirty="0"/>
              <a:t>": "f81c59f0-edec-48eb-8016-a7a572802fdc",</a:t>
            </a:r>
          </a:p>
          <a:p>
            <a:r>
              <a:rPr lang="en-US" dirty="0"/>
              <a:t>	"</a:t>
            </a:r>
            <a:r>
              <a:rPr lang="en-US" dirty="0" err="1"/>
              <a:t>SettingName</a:t>
            </a:r>
            <a:r>
              <a:rPr lang="en-US" dirty="0"/>
              <a:t>": "</a:t>
            </a:r>
            <a:r>
              <a:rPr lang="en-US" dirty="0" err="1"/>
              <a:t>DemoDeviceCompliancePolicy.RequireRemainContact</a:t>
            </a:r>
            <a:r>
              <a:rPr lang="en-US" dirty="0"/>
              <a:t>",</a:t>
            </a:r>
          </a:p>
          <a:p>
            <a:r>
              <a:rPr lang="en-US" dirty="0"/>
              <a:t>	"</a:t>
            </a:r>
            <a:r>
              <a:rPr lang="en-US" dirty="0" err="1"/>
              <a:t>SettingNm</a:t>
            </a:r>
            <a:r>
              <a:rPr lang="en-US" dirty="0"/>
              <a:t>": "</a:t>
            </a:r>
            <a:r>
              <a:rPr lang="en-US" dirty="0" err="1"/>
              <a:t>DemoDeviceCompliancePolicyRequireRemainContact</a:t>
            </a:r>
            <a:r>
              <a:rPr lang="en-US" dirty="0"/>
              <a:t>",</a:t>
            </a:r>
          </a:p>
          <a:p>
            <a:r>
              <a:rPr lang="en-US" dirty="0"/>
              <a:t>	"</a:t>
            </a:r>
            <a:r>
              <a:rPr lang="en-US" dirty="0" err="1"/>
              <a:t>SettingNm_loc</a:t>
            </a:r>
            <a:r>
              <a:rPr lang="en-US" dirty="0"/>
              <a:t>": "Is active",</a:t>
            </a:r>
          </a:p>
          <a:p>
            <a:r>
              <a:rPr lang="en-US" dirty="0"/>
              <a:t>	"</a:t>
            </a:r>
            <a:r>
              <a:rPr lang="en-US" dirty="0" err="1"/>
              <a:t>SettingStatus</a:t>
            </a:r>
            <a:r>
              <a:rPr lang="en-US" dirty="0"/>
              <a:t>": 4,</a:t>
            </a:r>
          </a:p>
          <a:p>
            <a:r>
              <a:rPr lang="en-US" dirty="0"/>
              <a:t>	"</a:t>
            </a:r>
            <a:r>
              <a:rPr lang="en-US" dirty="0" err="1"/>
              <a:t>SettingStatus_loc</a:t>
            </a:r>
            <a:r>
              <a:rPr lang="en-US" dirty="0"/>
              <a:t>": "Not compliant",</a:t>
            </a:r>
          </a:p>
          <a:p>
            <a:r>
              <a:rPr lang="en-US" dirty="0"/>
              <a:t>	"</a:t>
            </a:r>
            <a:r>
              <a:rPr lang="en-US" dirty="0" err="1"/>
              <a:t>UserId</a:t>
            </a:r>
            <a:r>
              <a:rPr lang="en-US" dirty="0"/>
              <a:t>": "99392e9e-85c3-408f-aad1-478376f34129"</a:t>
            </a:r>
          </a:p>
          <a:p>
            <a:r>
              <a:rPr lang="en-US" dirty="0"/>
              <a:t>}, ...</a:t>
            </a:r>
          </a:p>
        </p:txBody>
      </p:sp>
    </p:spTree>
    <p:extLst>
      <p:ext uri="{BB962C8B-B14F-4D97-AF65-F5344CB8AC3E}">
        <p14:creationId xmlns:p14="http://schemas.microsoft.com/office/powerpoint/2010/main" val="192573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AAF9-41C0-C56E-4250-0C0BF36C11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9BF1A-4F38-6624-6E4D-7F242204FC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13E45-EB1C-C510-ECA1-B38CAD11B7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en-US" dirty="0"/>
              <a:t>POSSIBLE ISSUE !</a:t>
            </a:r>
          </a:p>
        </p:txBody>
      </p:sp>
    </p:spTree>
    <p:extLst>
      <p:ext uri="{BB962C8B-B14F-4D97-AF65-F5344CB8AC3E}">
        <p14:creationId xmlns:p14="http://schemas.microsoft.com/office/powerpoint/2010/main" val="149769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CED2-9534-4A18-F96E-61DBED77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022B2-D9D1-1A8F-502B-593362FC1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0"/>
            <a:ext cx="12152453" cy="4826193"/>
          </a:xfrm>
        </p:spPr>
        <p:txBody>
          <a:bodyPr>
            <a:normAutofit/>
          </a:bodyPr>
          <a:lstStyle/>
          <a:p>
            <a:r>
              <a:rPr lang="en-US" dirty="0"/>
              <a:t>Problem: provided filter in Graph call does NOT work</a:t>
            </a:r>
          </a:p>
          <a:p>
            <a:endParaRPr lang="en-US" dirty="0"/>
          </a:p>
          <a:p>
            <a:r>
              <a:rPr lang="en-US" dirty="0"/>
              <a:t>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omit the setting status filter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filter it out yourself in code AFTER</a:t>
            </a:r>
          </a:p>
          <a:p>
            <a:r>
              <a:rPr lang="en-US" dirty="0">
                <a:sym typeface="Wingdings" panose="05000000000000000000" pitchFamily="2" charset="2"/>
              </a:rPr>
              <a:t>(less optimized for avoiding throttling)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This will always work, even after MS (potentially) fixes the problem in the future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Case by case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0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3986-E07C-678F-A68B-7EEAC31F22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F0319-42A1-964A-C4D1-485A6F3FB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B57D3-EA20-0A43-BFCC-D48BF10E1C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IMPORTANT TO TEST GRAPH CALLS AND REVIEW RESPONSE ! (even in 1.0)</a:t>
            </a:r>
          </a:p>
        </p:txBody>
      </p:sp>
    </p:spTree>
    <p:extLst>
      <p:ext uri="{BB962C8B-B14F-4D97-AF65-F5344CB8AC3E}">
        <p14:creationId xmlns:p14="http://schemas.microsoft.com/office/powerpoint/2010/main" val="295178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90FD-F710-BD22-F88C-BF0512C0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Did we achieve our goal yet?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F079-2344-04CE-32A7-E67B80D0E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0"/>
            <a:ext cx="12152453" cy="4397827"/>
          </a:xfrm>
        </p:spPr>
        <p:txBody>
          <a:bodyPr>
            <a:normAutofit/>
          </a:bodyPr>
          <a:lstStyle/>
          <a:p>
            <a:r>
              <a:rPr lang="en-US" dirty="0"/>
              <a:t>Our goal: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Generate a list of all </a:t>
            </a:r>
            <a:r>
              <a:rPr lang="en-US" b="1" dirty="0"/>
              <a:t>noncompliant</a:t>
            </a:r>
            <a:r>
              <a:rPr lang="en-US" dirty="0"/>
              <a:t> devices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with the accompanying </a:t>
            </a:r>
            <a:r>
              <a:rPr lang="en-US" b="1" dirty="0"/>
              <a:t>compliance policies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and the </a:t>
            </a:r>
            <a:r>
              <a:rPr lang="en-US" b="1" dirty="0"/>
              <a:t>specific setting </a:t>
            </a:r>
            <a:r>
              <a:rPr lang="en-US" dirty="0"/>
              <a:t>included.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endParaRPr lang="en-US" dirty="0"/>
          </a:p>
          <a:p>
            <a:r>
              <a:rPr lang="en-US" dirty="0"/>
              <a:t>We have all the information we need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format &amp; export !</a:t>
            </a:r>
            <a:endParaRPr lang="en-US" b="1" dirty="0"/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97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8C33-D3EC-7971-3D92-97DC19DC1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script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98C74E4-7F9C-6EDC-F938-3386EB036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0279"/>
            <a:ext cx="8753834" cy="525230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7E5CCE-82D5-91B7-F22B-80D97AE000A8}"/>
              </a:ext>
            </a:extLst>
          </p:cNvPr>
          <p:cNvSpPr txBox="1"/>
          <p:nvPr/>
        </p:nvSpPr>
        <p:spPr>
          <a:xfrm>
            <a:off x="8929817" y="940279"/>
            <a:ext cx="3023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Available on GitHub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https://github.com/</a:t>
            </a:r>
            <a:br>
              <a:rPr lang="en-US" dirty="0">
                <a:hlinkClick r:id="rId4"/>
              </a:rPr>
            </a:br>
            <a:r>
              <a:rPr lang="en-US" dirty="0" err="1">
                <a:hlinkClick r:id="rId4"/>
              </a:rPr>
              <a:t>sealionforever</a:t>
            </a:r>
            <a:r>
              <a:rPr lang="en-US" dirty="0">
                <a:hlinkClick r:id="rId4"/>
              </a:rPr>
              <a:t>/sessions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2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685C0-B6F4-2D56-CCD0-5746A01443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en-US" dirty="0"/>
              <a:t>Any questions?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59281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" id="{46C1714C-8435-4E0D-B00C-6009DD7B00DF}" vid="{4E5D1347-61D2-4BCD-8983-65B75C3502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wpninjasbe_template_2025</Template>
  <TotalTime>0</TotalTime>
  <Words>2071</Words>
  <Application>Microsoft Office PowerPoint</Application>
  <PresentationFormat>Widescreen</PresentationFormat>
  <Paragraphs>399</Paragraphs>
  <Slides>25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Aptos Display</vt:lpstr>
      <vt:lpstr>Arial</vt:lpstr>
      <vt:lpstr>Roboto Condensed</vt:lpstr>
      <vt:lpstr>Roboto Condensed Black</vt:lpstr>
      <vt:lpstr>Roboto Condensed Light</vt:lpstr>
      <vt:lpstr>Roboto Condensed Medium</vt:lpstr>
      <vt:lpstr>Wingdings</vt:lpstr>
      <vt:lpstr>Office Theme</vt:lpstr>
      <vt:lpstr>PowerPoint Presentation</vt:lpstr>
      <vt:lpstr>What is the Graph API?</vt:lpstr>
      <vt:lpstr>Quirks</vt:lpstr>
      <vt:lpstr>Our end goal</vt:lpstr>
      <vt:lpstr>How do we start?</vt:lpstr>
      <vt:lpstr>List of noncompliant devices</vt:lpstr>
      <vt:lpstr>List of noncompliant devices</vt:lpstr>
      <vt:lpstr>What’s next?</vt:lpstr>
      <vt:lpstr>Compliance policies per device</vt:lpstr>
      <vt:lpstr>Compliance policies per device</vt:lpstr>
      <vt:lpstr>Compliance policies per device</vt:lpstr>
      <vt:lpstr>Schema</vt:lpstr>
      <vt:lpstr>Organised result</vt:lpstr>
      <vt:lpstr>What’s next?</vt:lpstr>
      <vt:lpstr>Compliance policy settings per device</vt:lpstr>
      <vt:lpstr>Compliance policy settings per device</vt:lpstr>
      <vt:lpstr>Compliance policy settings per device</vt:lpstr>
      <vt:lpstr>Schema</vt:lpstr>
      <vt:lpstr>Organised result</vt:lpstr>
      <vt:lpstr>PowerPoint Presentation</vt:lpstr>
      <vt:lpstr>How to fix</vt:lpstr>
      <vt:lpstr>PowerPoint Presentation</vt:lpstr>
      <vt:lpstr>Did we achieve our goal yet?</vt:lpstr>
      <vt:lpstr>PowerShell script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Sebastiaan de Wolf</dc:creator>
  <cp:lastModifiedBy>Sebastiaan de Wolf</cp:lastModifiedBy>
  <cp:revision>2</cp:revision>
  <dcterms:created xsi:type="dcterms:W3CDTF">2025-11-20T09:54:46Z</dcterms:created>
  <dcterms:modified xsi:type="dcterms:W3CDTF">2025-11-27T12:34:41Z</dcterms:modified>
</cp:coreProperties>
</file>